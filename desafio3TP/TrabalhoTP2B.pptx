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09" r:id="rId5"/>
    <p:sldId id="258" r:id="rId6"/>
    <p:sldId id="311" r:id="rId7"/>
    <p:sldId id="332" r:id="rId8"/>
    <p:sldId id="323" r:id="rId9"/>
    <p:sldId id="324" r:id="rId10"/>
    <p:sldId id="333" r:id="rId11"/>
    <p:sldId id="325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4" r:id="rId22"/>
    <p:sldId id="345" r:id="rId23"/>
    <p:sldId id="346" r:id="rId24"/>
    <p:sldId id="349" r:id="rId25"/>
    <p:sldId id="350" r:id="rId26"/>
    <p:sldId id="351" r:id="rId27"/>
    <p:sldId id="352" r:id="rId28"/>
    <p:sldId id="353" r:id="rId29"/>
    <p:sldId id="329" r:id="rId30"/>
    <p:sldId id="278" r:id="rId31"/>
    <p:sldId id="260" r:id="rId3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A8D81-A970-43F0-8C37-B5FE532C2B3A}" v="48" dt="2025-11-18T22:41:12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670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às Silva" userId="4f1bfff8-29dd-4e57-b9fd-89bb4f405f87" providerId="ADAL" clId="{9219E22B-EB14-4E7F-9025-6E8EAE9E9B66}"/>
    <pc:docChg chg="undo custSel addSld delSld modSld">
      <pc:chgData name="Tomàs Silva" userId="4f1bfff8-29dd-4e57-b9fd-89bb4f405f87" providerId="ADAL" clId="{9219E22B-EB14-4E7F-9025-6E8EAE9E9B66}" dt="2025-11-18T22:50:58.845" v="1922" actId="47"/>
      <pc:docMkLst>
        <pc:docMk/>
      </pc:docMkLst>
      <pc:sldChg chg="modSp mod">
        <pc:chgData name="Tomàs Silva" userId="4f1bfff8-29dd-4e57-b9fd-89bb4f405f87" providerId="ADAL" clId="{9219E22B-EB14-4E7F-9025-6E8EAE9E9B66}" dt="2025-11-18T22:41:12.509" v="1918"/>
        <pc:sldMkLst>
          <pc:docMk/>
          <pc:sldMk cId="0" sldId="258"/>
        </pc:sldMkLst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0" sldId="258"/>
            <ac:spMk id="2" creationId="{50369DE4-0D6E-7A10-AF37-333F300DD770}"/>
          </ac:spMkLst>
        </pc:spChg>
        <pc:spChg chg="mod">
          <ac:chgData name="Tomàs Silva" userId="4f1bfff8-29dd-4e57-b9fd-89bb4f405f87" providerId="ADAL" clId="{9219E22B-EB14-4E7F-9025-6E8EAE9E9B66}" dt="2025-11-18T22:37:55.302" v="1852" actId="404"/>
          <ac:spMkLst>
            <pc:docMk/>
            <pc:sldMk cId="0" sldId="258"/>
            <ac:spMk id="8" creationId="{F31EE26C-3838-7F9E-AA79-D4FB3FFB3060}"/>
          </ac:spMkLst>
        </pc:spChg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0" sldId="258"/>
            <ac:spMk id="9237" creationId="{00000000-0000-0000-0000-000000000000}"/>
          </ac:spMkLst>
        </pc:spChg>
      </pc:sldChg>
      <pc:sldChg chg="modSp mod">
        <pc:chgData name="Tomàs Silva" userId="4f1bfff8-29dd-4e57-b9fd-89bb4f405f87" providerId="ADAL" clId="{9219E22B-EB14-4E7F-9025-6E8EAE9E9B66}" dt="2025-11-18T22:41:12.509" v="1918"/>
        <pc:sldMkLst>
          <pc:docMk/>
          <pc:sldMk cId="1590949457" sldId="278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1590949457" sldId="278"/>
            <ac:spMk id="6" creationId="{0FE64D14-15F5-E2D3-7D07-6701B5E42095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1590949457" sldId="278"/>
            <ac:spMk id="8" creationId="{1842873C-EE79-BC11-9846-A91A719163F9}"/>
          </ac:spMkLst>
        </pc:spChg>
        <pc:spChg chg="mod">
          <ac:chgData name="Tomàs Silva" userId="4f1bfff8-29dd-4e57-b9fd-89bb4f405f87" providerId="ADAL" clId="{9219E22B-EB14-4E7F-9025-6E8EAE9E9B66}" dt="2025-11-18T22:32:26.820" v="1692" actId="20577"/>
          <ac:spMkLst>
            <pc:docMk/>
            <pc:sldMk cId="1590949457" sldId="278"/>
            <ac:spMk id="18" creationId="{00000000-0000-0000-0000-000000000000}"/>
          </ac:spMkLst>
        </pc:spChg>
      </pc:sldChg>
      <pc:sldChg chg="modSp mod">
        <pc:chgData name="Tomàs Silva" userId="4f1bfff8-29dd-4e57-b9fd-89bb4f405f87" providerId="ADAL" clId="{9219E22B-EB14-4E7F-9025-6E8EAE9E9B66}" dt="2025-11-18T22:41:27.819" v="1919" actId="1076"/>
        <pc:sldMkLst>
          <pc:docMk/>
          <pc:sldMk cId="962301567" sldId="309"/>
        </pc:sldMkLst>
        <pc:spChg chg="mod">
          <ac:chgData name="Tomàs Silva" userId="4f1bfff8-29dd-4e57-b9fd-89bb4f405f87" providerId="ADAL" clId="{9219E22B-EB14-4E7F-9025-6E8EAE9E9B66}" dt="2025-11-18T22:40:27.096" v="1917" actId="20577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Tomàs Silva" userId="4f1bfff8-29dd-4e57-b9fd-89bb4f405f87" providerId="ADAL" clId="{9219E22B-EB14-4E7F-9025-6E8EAE9E9B66}" dt="2025-11-18T19:11:18.421" v="21" actId="20577"/>
          <ac:spMkLst>
            <pc:docMk/>
            <pc:sldMk cId="962301567" sldId="309"/>
            <ac:spMk id="12" creationId="{3331B8A6-B954-F04D-0378-7F3DD744E30A}"/>
          </ac:spMkLst>
        </pc:spChg>
        <pc:picChg chg="mod">
          <ac:chgData name="Tomàs Silva" userId="4f1bfff8-29dd-4e57-b9fd-89bb4f405f87" providerId="ADAL" clId="{9219E22B-EB14-4E7F-9025-6E8EAE9E9B66}" dt="2025-11-18T22:41:27.819" v="1919" actId="1076"/>
          <ac:picMkLst>
            <pc:docMk/>
            <pc:sldMk cId="962301567" sldId="309"/>
            <ac:picMk id="5" creationId="{00000000-0000-0000-0000-000000000000}"/>
          </ac:picMkLst>
        </pc:picChg>
      </pc:sldChg>
      <pc:sldChg chg="modSp mod">
        <pc:chgData name="Tomàs Silva" userId="4f1bfff8-29dd-4e57-b9fd-89bb4f405f87" providerId="ADAL" clId="{9219E22B-EB14-4E7F-9025-6E8EAE9E9B66}" dt="2025-11-18T22:41:12.509" v="1918"/>
        <pc:sldMkLst>
          <pc:docMk/>
          <pc:sldMk cId="3535883378" sldId="311"/>
        </pc:sldMkLst>
        <pc:spChg chg="mod">
          <ac:chgData name="Tomàs Silva" userId="4f1bfff8-29dd-4e57-b9fd-89bb4f405f87" providerId="ADAL" clId="{9219E22B-EB14-4E7F-9025-6E8EAE9E9B66}" dt="2025-11-18T22:35:29.949" v="1697" actId="255"/>
          <ac:spMkLst>
            <pc:docMk/>
            <pc:sldMk cId="3535883378" sldId="311"/>
            <ac:spMk id="2" creationId="{0EF79A80-1DDA-A785-F95E-C0E82EE4A79D}"/>
          </ac:spMkLst>
        </pc:spChg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3535883378" sldId="311"/>
            <ac:spMk id="4" creationId="{BB17FE5D-56B6-9DB1-A7EF-7715138AFD29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3535883378" sldId="311"/>
            <ac:spMk id="6" creationId="{8A0EA4D9-AF9E-2C79-8FB7-319A8F78C5C7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2932628139" sldId="323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932628139" sldId="323"/>
            <ac:spMk id="15" creationId="{571F917D-63B8-CD63-CB65-87B0FA589201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932628139" sldId="323"/>
            <ac:spMk id="16" creationId="{9DC19318-019F-6676-ED3B-A7F7FF71E2E8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2325311128" sldId="324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325311128" sldId="324"/>
            <ac:spMk id="11" creationId="{6A29F4B8-5AE5-2832-BA13-6A682CDF4CCE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325311128" sldId="324"/>
            <ac:spMk id="12" creationId="{CF8FD7A9-133F-FBE0-D99E-75A4D3711FD2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315408835" sldId="325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315408835" sldId="325"/>
            <ac:spMk id="2" creationId="{8338E638-3EB2-A39C-06D0-6F5499AC8221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315408835" sldId="325"/>
            <ac:spMk id="8" creationId="{6DB82DB8-A031-3BB1-3663-74242514F0C9}"/>
          </ac:spMkLst>
        </pc:spChg>
      </pc:sldChg>
      <pc:sldChg chg="modSp mod">
        <pc:chgData name="Tomàs Silva" userId="4f1bfff8-29dd-4e57-b9fd-89bb4f405f87" providerId="ADAL" clId="{9219E22B-EB14-4E7F-9025-6E8EAE9E9B66}" dt="2025-11-18T22:41:12.509" v="1918"/>
        <pc:sldMkLst>
          <pc:docMk/>
          <pc:sldMk cId="333977473" sldId="329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333977473" sldId="329"/>
            <ac:spMk id="2" creationId="{A1737845-FB41-65D7-9A55-BEE8831A59C3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333977473" sldId="329"/>
            <ac:spMk id="10" creationId="{4CC11ACF-BCCE-966A-4369-DE24D4CC056F}"/>
          </ac:spMkLst>
        </pc:spChg>
        <pc:spChg chg="mod">
          <ac:chgData name="Tomàs Silva" userId="4f1bfff8-29dd-4e57-b9fd-89bb4f405f87" providerId="ADAL" clId="{9219E22B-EB14-4E7F-9025-6E8EAE9E9B66}" dt="2025-11-18T22:33:47.576" v="1693"/>
          <ac:spMkLst>
            <pc:docMk/>
            <pc:sldMk cId="333977473" sldId="329"/>
            <ac:spMk id="12" creationId="{EF82E042-F1AB-4341-01E3-07971C8051ED}"/>
          </ac:spMkLst>
        </pc:spChg>
      </pc:sldChg>
      <pc:sldChg chg="modSp mod">
        <pc:chgData name="Tomàs Silva" userId="4f1bfff8-29dd-4e57-b9fd-89bb4f405f87" providerId="ADAL" clId="{9219E22B-EB14-4E7F-9025-6E8EAE9E9B66}" dt="2025-11-18T22:41:12.509" v="1918"/>
        <pc:sldMkLst>
          <pc:docMk/>
          <pc:sldMk cId="2721163849" sldId="332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721163849" sldId="332"/>
            <ac:spMk id="4" creationId="{0C98EF3D-3083-274D-7271-3853ABF87F8B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721163849" sldId="332"/>
            <ac:spMk id="6" creationId="{35B0D154-2DA2-E959-25A1-2CCFF9D287B7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4258682095" sldId="333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4258682095" sldId="333"/>
            <ac:spMk id="11" creationId="{829AE8B7-B172-8629-D126-7E88CC738A36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4258682095" sldId="333"/>
            <ac:spMk id="12" creationId="{35DFB8F9-F4F5-647D-1237-E999AB34D5B9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3374043389" sldId="334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3374043389" sldId="334"/>
            <ac:spMk id="2" creationId="{DBAB4654-0FAB-9F48-F407-998A45B51FD4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3374043389" sldId="334"/>
            <ac:spMk id="8" creationId="{E55DA557-F568-5559-2D12-ED0D2170B244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157206635" sldId="335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157206635" sldId="335"/>
            <ac:spMk id="2" creationId="{79321857-A47A-252B-B99E-DF36803F2A4C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157206635" sldId="335"/>
            <ac:spMk id="8" creationId="{4687654F-8844-F36B-4B24-E4F2E77792C8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2792565708" sldId="336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792565708" sldId="336"/>
            <ac:spMk id="2" creationId="{ACDEB6D8-4954-EE5B-B66C-1454B40D4EDA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792565708" sldId="336"/>
            <ac:spMk id="8" creationId="{61EF1049-5E3A-F2A5-660D-5767A146B9D4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940033182" sldId="337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940033182" sldId="337"/>
            <ac:spMk id="2" creationId="{55C7F634-A3F9-7947-C1F4-34BE7E61CE7E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940033182" sldId="337"/>
            <ac:spMk id="8" creationId="{8DCABEAB-6711-E7C7-5F36-E874460D2F0F}"/>
          </ac:spMkLst>
        </pc:spChg>
      </pc:sldChg>
      <pc:sldChg chg="modSp">
        <pc:chgData name="Tomàs Silva" userId="4f1bfff8-29dd-4e57-b9fd-89bb4f405f87" providerId="ADAL" clId="{9219E22B-EB14-4E7F-9025-6E8EAE9E9B66}" dt="2025-11-18T22:41:12.509" v="1918"/>
        <pc:sldMkLst>
          <pc:docMk/>
          <pc:sldMk cId="2753356286" sldId="338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753356286" sldId="338"/>
            <ac:spMk id="2" creationId="{8BB013A7-649D-C94A-58E3-E1696377A198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753356286" sldId="338"/>
            <ac:spMk id="8" creationId="{893EA13D-FCCC-6430-FFBC-9858FE0D80FE}"/>
          </ac:spMkLst>
        </pc:sp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574002947" sldId="339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574002947" sldId="339"/>
            <ac:spMk id="2" creationId="{72F73363-4F42-7A29-AF53-D1A4585BB9C3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574002947" sldId="339"/>
            <ac:spMk id="8" creationId="{8ECCAB4F-E9D6-0D83-871B-2E3D9F41E2E0}"/>
          </ac:spMkLst>
        </pc:spChg>
        <pc:spChg chg="mod">
          <ac:chgData name="Tomàs Silva" userId="4f1bfff8-29dd-4e57-b9fd-89bb4f405f87" providerId="ADAL" clId="{9219E22B-EB14-4E7F-9025-6E8EAE9E9B66}" dt="2025-11-18T19:36:31.790" v="79" actId="1076"/>
          <ac:spMkLst>
            <pc:docMk/>
            <pc:sldMk cId="574002947" sldId="339"/>
            <ac:spMk id="11" creationId="{F8C1DEAF-98B4-887B-6591-75333DC0FAE5}"/>
          </ac:spMkLst>
        </pc:spChg>
        <pc:spChg chg="mod">
          <ac:chgData name="Tomàs Silva" userId="4f1bfff8-29dd-4e57-b9fd-89bb4f405f87" providerId="ADAL" clId="{9219E22B-EB14-4E7F-9025-6E8EAE9E9B66}" dt="2025-11-18T19:30:27.765" v="43" actId="404"/>
          <ac:spMkLst>
            <pc:docMk/>
            <pc:sldMk cId="574002947" sldId="339"/>
            <ac:spMk id="9229" creationId="{21BF94E3-735D-C132-65D2-658E81942AB8}"/>
          </ac:spMkLst>
        </pc:spChg>
        <pc:picChg chg="add mod">
          <ac:chgData name="Tomàs Silva" userId="4f1bfff8-29dd-4e57-b9fd-89bb4f405f87" providerId="ADAL" clId="{9219E22B-EB14-4E7F-9025-6E8EAE9E9B66}" dt="2025-11-18T19:31:18.117" v="49" actId="1076"/>
          <ac:picMkLst>
            <pc:docMk/>
            <pc:sldMk cId="574002947" sldId="339"/>
            <ac:picMk id="6" creationId="{B8B0DE6B-D597-28CA-C1A8-226B2611B421}"/>
          </ac:picMkLst>
        </pc:picChg>
        <pc:picChg chg="del">
          <ac:chgData name="Tomàs Silva" userId="4f1bfff8-29dd-4e57-b9fd-89bb4f405f87" providerId="ADAL" clId="{9219E22B-EB14-4E7F-9025-6E8EAE9E9B66}" dt="2025-11-18T19:31:06.347" v="44" actId="478"/>
          <ac:picMkLst>
            <pc:docMk/>
            <pc:sldMk cId="574002947" sldId="339"/>
            <ac:picMk id="10" creationId="{660C27AA-74BE-DEBE-53D0-938FC8A7A71F}"/>
          </ac:picMkLst>
        </pc:pic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2544087414" sldId="340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544087414" sldId="340"/>
            <ac:spMk id="2" creationId="{CDF3D247-86A3-BFD9-FDDB-A6E9F0E45EEE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544087414" sldId="340"/>
            <ac:spMk id="8" creationId="{5F450CB5-810B-BE89-E3CA-230B5D2A3175}"/>
          </ac:spMkLst>
        </pc:spChg>
        <pc:spChg chg="del mod">
          <ac:chgData name="Tomàs Silva" userId="4f1bfff8-29dd-4e57-b9fd-89bb4f405f87" providerId="ADAL" clId="{9219E22B-EB14-4E7F-9025-6E8EAE9E9B66}" dt="2025-11-18T19:38:29.238" v="112" actId="478"/>
          <ac:spMkLst>
            <pc:docMk/>
            <pc:sldMk cId="2544087414" sldId="340"/>
            <ac:spMk id="11" creationId="{80C89AD3-4C45-EF0D-D1EC-0A0C3FDE4A2A}"/>
          </ac:spMkLst>
        </pc:spChg>
        <pc:spChg chg="add mod">
          <ac:chgData name="Tomàs Silva" userId="4f1bfff8-29dd-4e57-b9fd-89bb4f405f87" providerId="ADAL" clId="{9219E22B-EB14-4E7F-9025-6E8EAE9E9B66}" dt="2025-11-18T19:40:47.350" v="121" actId="14100"/>
          <ac:spMkLst>
            <pc:docMk/>
            <pc:sldMk cId="2544087414" sldId="340"/>
            <ac:spMk id="12" creationId="{1E56DD7F-22BC-E677-B87D-7F138742F8FA}"/>
          </ac:spMkLst>
        </pc:spChg>
        <pc:spChg chg="add mod">
          <ac:chgData name="Tomàs Silva" userId="4f1bfff8-29dd-4e57-b9fd-89bb4f405f87" providerId="ADAL" clId="{9219E22B-EB14-4E7F-9025-6E8EAE9E9B66}" dt="2025-11-18T19:42:10.896" v="155" actId="14100"/>
          <ac:spMkLst>
            <pc:docMk/>
            <pc:sldMk cId="2544087414" sldId="340"/>
            <ac:spMk id="15" creationId="{B2F9F780-0EDF-949B-35C0-1CEA63DB1F4C}"/>
          </ac:spMkLst>
        </pc:spChg>
        <pc:spChg chg="add mod">
          <ac:chgData name="Tomàs Silva" userId="4f1bfff8-29dd-4e57-b9fd-89bb4f405f87" providerId="ADAL" clId="{9219E22B-EB14-4E7F-9025-6E8EAE9E9B66}" dt="2025-11-18T19:43:50.392" v="163" actId="14100"/>
          <ac:spMkLst>
            <pc:docMk/>
            <pc:sldMk cId="2544087414" sldId="340"/>
            <ac:spMk id="20" creationId="{24B8885C-0929-D3B4-4D5A-9140470AE0FD}"/>
          </ac:spMkLst>
        </pc:spChg>
        <pc:spChg chg="add mod">
          <ac:chgData name="Tomàs Silva" userId="4f1bfff8-29dd-4e57-b9fd-89bb4f405f87" providerId="ADAL" clId="{9219E22B-EB14-4E7F-9025-6E8EAE9E9B66}" dt="2025-11-18T19:44:33.046" v="220" actId="1076"/>
          <ac:spMkLst>
            <pc:docMk/>
            <pc:sldMk cId="2544087414" sldId="340"/>
            <ac:spMk id="23" creationId="{A514FC01-A9B5-7210-5819-96CE2C77DE97}"/>
          </ac:spMkLst>
        </pc:spChg>
        <pc:spChg chg="add mod">
          <ac:chgData name="Tomàs Silva" userId="4f1bfff8-29dd-4e57-b9fd-89bb4f405f87" providerId="ADAL" clId="{9219E22B-EB14-4E7F-9025-6E8EAE9E9B66}" dt="2025-11-18T19:45:54.677" v="225" actId="14100"/>
          <ac:spMkLst>
            <pc:docMk/>
            <pc:sldMk cId="2544087414" sldId="340"/>
            <ac:spMk id="24" creationId="{317ED5D1-0BE9-20C0-75BB-9A5E5887D5F4}"/>
          </ac:spMkLst>
        </pc:spChg>
        <pc:spChg chg="add mod">
          <ac:chgData name="Tomàs Silva" userId="4f1bfff8-29dd-4e57-b9fd-89bb4f405f87" providerId="ADAL" clId="{9219E22B-EB14-4E7F-9025-6E8EAE9E9B66}" dt="2025-11-18T19:46:48.304" v="236" actId="1076"/>
          <ac:spMkLst>
            <pc:docMk/>
            <pc:sldMk cId="2544087414" sldId="340"/>
            <ac:spMk id="27" creationId="{8E2D869A-216F-DE10-19F1-18E91EA76E2F}"/>
          </ac:spMkLst>
        </pc:spChg>
        <pc:spChg chg="add mod">
          <ac:chgData name="Tomàs Silva" userId="4f1bfff8-29dd-4e57-b9fd-89bb4f405f87" providerId="ADAL" clId="{9219E22B-EB14-4E7F-9025-6E8EAE9E9B66}" dt="2025-11-18T19:49:17.367" v="260" actId="404"/>
          <ac:spMkLst>
            <pc:docMk/>
            <pc:sldMk cId="2544087414" sldId="340"/>
            <ac:spMk id="29" creationId="{A136B8A5-FB96-F541-E561-46E5549488AE}"/>
          </ac:spMkLst>
        </pc:spChg>
        <pc:spChg chg="mod">
          <ac:chgData name="Tomàs Silva" userId="4f1bfff8-29dd-4e57-b9fd-89bb4f405f87" providerId="ADAL" clId="{9219E22B-EB14-4E7F-9025-6E8EAE9E9B66}" dt="2025-11-18T19:37:09.647" v="102" actId="20577"/>
          <ac:spMkLst>
            <pc:docMk/>
            <pc:sldMk cId="2544087414" sldId="340"/>
            <ac:spMk id="9229" creationId="{A5362EA2-6F7E-C696-362D-6D2B6990C76C}"/>
          </ac:spMkLst>
        </pc:spChg>
        <pc:picChg chg="del">
          <ac:chgData name="Tomàs Silva" userId="4f1bfff8-29dd-4e57-b9fd-89bb4f405f87" providerId="ADAL" clId="{9219E22B-EB14-4E7F-9025-6E8EAE9E9B66}" dt="2025-11-18T19:37:37.638" v="103" actId="478"/>
          <ac:picMkLst>
            <pc:docMk/>
            <pc:sldMk cId="2544087414" sldId="340"/>
            <ac:picMk id="6" creationId="{FF5A4F2C-DEE9-E4D1-DABF-9577193B1DAA}"/>
          </ac:picMkLst>
        </pc:picChg>
        <pc:picChg chg="add mod">
          <ac:chgData name="Tomàs Silva" userId="4f1bfff8-29dd-4e57-b9fd-89bb4f405f87" providerId="ADAL" clId="{9219E22B-EB14-4E7F-9025-6E8EAE9E9B66}" dt="2025-11-18T19:45:42.108" v="223" actId="1076"/>
          <ac:picMkLst>
            <pc:docMk/>
            <pc:sldMk cId="2544087414" sldId="340"/>
            <ac:picMk id="10" creationId="{F71C17E7-C078-7222-E3A1-ECE6C93E8E2B}"/>
          </ac:picMkLst>
        </pc:picChg>
        <pc:picChg chg="add mod">
          <ac:chgData name="Tomàs Silva" userId="4f1bfff8-29dd-4e57-b9fd-89bb4f405f87" providerId="ADAL" clId="{9219E22B-EB14-4E7F-9025-6E8EAE9E9B66}" dt="2025-11-18T19:43:38.523" v="160"/>
          <ac:picMkLst>
            <pc:docMk/>
            <pc:sldMk cId="2544087414" sldId="340"/>
            <ac:picMk id="19" creationId="{26891611-7B55-81DC-4DEF-B0AF1EC02C3D}"/>
          </ac:picMkLst>
        </pc:picChg>
        <pc:cxnChg chg="add del mod">
          <ac:chgData name="Tomàs Silva" userId="4f1bfff8-29dd-4e57-b9fd-89bb4f405f87" providerId="ADAL" clId="{9219E22B-EB14-4E7F-9025-6E8EAE9E9B66}" dt="2025-11-18T19:45:58.377" v="227" actId="21"/>
          <ac:cxnSpMkLst>
            <pc:docMk/>
            <pc:sldMk cId="2544087414" sldId="340"/>
            <ac:cxnSpMk id="17" creationId="{5CEA161B-6CDB-B15F-F0D4-96B3DAB3156F}"/>
          </ac:cxnSpMkLst>
        </pc:cxnChg>
        <pc:cxnChg chg="add mod">
          <ac:chgData name="Tomàs Silva" userId="4f1bfff8-29dd-4e57-b9fd-89bb4f405f87" providerId="ADAL" clId="{9219E22B-EB14-4E7F-9025-6E8EAE9E9B66}" dt="2025-11-18T19:44:05.415" v="166" actId="14100"/>
          <ac:cxnSpMkLst>
            <pc:docMk/>
            <pc:sldMk cId="2544087414" sldId="340"/>
            <ac:cxnSpMk id="21" creationId="{247C3BF0-2E78-B48E-65C7-2045D5C7ED96}"/>
          </ac:cxnSpMkLst>
        </pc:cxnChg>
        <pc:cxnChg chg="add mod">
          <ac:chgData name="Tomàs Silva" userId="4f1bfff8-29dd-4e57-b9fd-89bb4f405f87" providerId="ADAL" clId="{9219E22B-EB14-4E7F-9025-6E8EAE9E9B66}" dt="2025-11-18T19:46:06.603" v="230" actId="14100"/>
          <ac:cxnSpMkLst>
            <pc:docMk/>
            <pc:sldMk cId="2544087414" sldId="340"/>
            <ac:cxnSpMk id="25" creationId="{E1742AAA-48DB-5D1D-EE93-7A33B1371AB4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1290132359" sldId="341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1290132359" sldId="341"/>
            <ac:spMk id="2" creationId="{C27DE98B-A749-4467-CCA5-27655850954F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1290132359" sldId="341"/>
            <ac:spMk id="8" creationId="{2270D21C-7709-8CAC-A302-76744DB8FD3A}"/>
          </ac:spMkLst>
        </pc:spChg>
        <pc:spChg chg="add mod">
          <ac:chgData name="Tomàs Silva" userId="4f1bfff8-29dd-4e57-b9fd-89bb4f405f87" providerId="ADAL" clId="{9219E22B-EB14-4E7F-9025-6E8EAE9E9B66}" dt="2025-11-18T19:53:47.609" v="317" actId="14100"/>
          <ac:spMkLst>
            <pc:docMk/>
            <pc:sldMk cId="1290132359" sldId="341"/>
            <ac:spMk id="14" creationId="{1641E5BF-2882-2A76-9E51-B244E41DCAEA}"/>
          </ac:spMkLst>
        </pc:spChg>
        <pc:spChg chg="del mod">
          <ac:chgData name="Tomàs Silva" userId="4f1bfff8-29dd-4e57-b9fd-89bb4f405f87" providerId="ADAL" clId="{9219E22B-EB14-4E7F-9025-6E8EAE9E9B66}" dt="2025-11-18T19:55:36.675" v="329" actId="478"/>
          <ac:spMkLst>
            <pc:docMk/>
            <pc:sldMk cId="1290132359" sldId="341"/>
            <ac:spMk id="15" creationId="{48B5CD0C-0D29-1D17-1A3D-B0788CFD4684}"/>
          </ac:spMkLst>
        </pc:spChg>
        <pc:spChg chg="mod">
          <ac:chgData name="Tomàs Silva" userId="4f1bfff8-29dd-4e57-b9fd-89bb4f405f87" providerId="ADAL" clId="{9219E22B-EB14-4E7F-9025-6E8EAE9E9B66}" dt="2025-11-18T19:53:18.944" v="314" actId="1076"/>
          <ac:spMkLst>
            <pc:docMk/>
            <pc:sldMk cId="1290132359" sldId="341"/>
            <ac:spMk id="23" creationId="{A1D20EA7-0F6F-9684-E14A-133B5F7CE928}"/>
          </ac:spMkLst>
        </pc:spChg>
        <pc:spChg chg="mod ord">
          <ac:chgData name="Tomàs Silva" userId="4f1bfff8-29dd-4e57-b9fd-89bb4f405f87" providerId="ADAL" clId="{9219E22B-EB14-4E7F-9025-6E8EAE9E9B66}" dt="2025-11-18T19:51:58.916" v="279" actId="14100"/>
          <ac:spMkLst>
            <pc:docMk/>
            <pc:sldMk cId="1290132359" sldId="341"/>
            <ac:spMk id="24" creationId="{C033CC10-624B-A391-0BCA-A2B5F42EC748}"/>
          </ac:spMkLst>
        </pc:spChg>
        <pc:spChg chg="mod">
          <ac:chgData name="Tomàs Silva" userId="4f1bfff8-29dd-4e57-b9fd-89bb4f405f87" providerId="ADAL" clId="{9219E22B-EB14-4E7F-9025-6E8EAE9E9B66}" dt="2025-11-18T19:55:47.499" v="332" actId="1076"/>
          <ac:spMkLst>
            <pc:docMk/>
            <pc:sldMk cId="1290132359" sldId="341"/>
            <ac:spMk id="27" creationId="{1854A982-73B0-D8AF-7176-9413A9705CAB}"/>
          </ac:spMkLst>
        </pc:spChg>
        <pc:spChg chg="mod">
          <ac:chgData name="Tomàs Silva" userId="4f1bfff8-29dd-4e57-b9fd-89bb4f405f87" providerId="ADAL" clId="{9219E22B-EB14-4E7F-9025-6E8EAE9E9B66}" dt="2025-11-18T19:48:33.625" v="252" actId="20577"/>
          <ac:spMkLst>
            <pc:docMk/>
            <pc:sldMk cId="1290132359" sldId="341"/>
            <ac:spMk id="9229" creationId="{B1E9479E-9ECB-6095-42EE-6D68811487DF}"/>
          </ac:spMkLst>
        </pc:spChg>
        <pc:picChg chg="add mod">
          <ac:chgData name="Tomàs Silva" userId="4f1bfff8-29dd-4e57-b9fd-89bb4f405f87" providerId="ADAL" clId="{9219E22B-EB14-4E7F-9025-6E8EAE9E9B66}" dt="2025-11-18T19:51:47.230" v="277" actId="1076"/>
          <ac:picMkLst>
            <pc:docMk/>
            <pc:sldMk cId="1290132359" sldId="341"/>
            <ac:picMk id="6" creationId="{B05E8242-C67B-FA85-A653-98B889D13632}"/>
          </ac:picMkLst>
        </pc:picChg>
        <pc:picChg chg="del">
          <ac:chgData name="Tomàs Silva" userId="4f1bfff8-29dd-4e57-b9fd-89bb4f405f87" providerId="ADAL" clId="{9219E22B-EB14-4E7F-9025-6E8EAE9E9B66}" dt="2025-11-18T19:50:37.289" v="261" actId="478"/>
          <ac:picMkLst>
            <pc:docMk/>
            <pc:sldMk cId="1290132359" sldId="341"/>
            <ac:picMk id="10" creationId="{E71F0AA2-C21F-EAC7-7C64-25873920D768}"/>
          </ac:picMkLst>
        </pc:picChg>
        <pc:cxnChg chg="mod ord">
          <ac:chgData name="Tomàs Silva" userId="4f1bfff8-29dd-4e57-b9fd-89bb4f405f87" providerId="ADAL" clId="{9219E22B-EB14-4E7F-9025-6E8EAE9E9B66}" dt="2025-11-18T19:53:56.819" v="319" actId="14100"/>
          <ac:cxnSpMkLst>
            <pc:docMk/>
            <pc:sldMk cId="1290132359" sldId="341"/>
            <ac:cxnSpMk id="17" creationId="{61C734AB-AC94-8A91-9606-8FFAEE3F1D43}"/>
          </ac:cxnSpMkLst>
        </pc:cxnChg>
        <pc:cxnChg chg="mod ord">
          <ac:chgData name="Tomàs Silva" userId="4f1bfff8-29dd-4e57-b9fd-89bb4f405f87" providerId="ADAL" clId="{9219E22B-EB14-4E7F-9025-6E8EAE9E9B66}" dt="2025-11-18T19:52:05.450" v="281" actId="14100"/>
          <ac:cxnSpMkLst>
            <pc:docMk/>
            <pc:sldMk cId="1290132359" sldId="341"/>
            <ac:cxnSpMk id="21" creationId="{2F896E63-15AF-7E3A-349F-4DD542C3002D}"/>
          </ac:cxnSpMkLst>
        </pc:cxnChg>
        <pc:cxnChg chg="del mod">
          <ac:chgData name="Tomàs Silva" userId="4f1bfff8-29dd-4e57-b9fd-89bb4f405f87" providerId="ADAL" clId="{9219E22B-EB14-4E7F-9025-6E8EAE9E9B66}" dt="2025-11-18T19:54:51.281" v="322" actId="478"/>
          <ac:cxnSpMkLst>
            <pc:docMk/>
            <pc:sldMk cId="1290132359" sldId="341"/>
            <ac:cxnSpMk id="25" creationId="{74559D77-D48C-808F-3BA4-28282BED9845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2807969447" sldId="342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807969447" sldId="342"/>
            <ac:spMk id="2" creationId="{1088C68D-C6CF-C568-9C61-A43583856AA3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807969447" sldId="342"/>
            <ac:spMk id="8" creationId="{C8C49D50-0C66-C58B-E28D-DF349586294D}"/>
          </ac:spMkLst>
        </pc:spChg>
        <pc:spChg chg="add mod">
          <ac:chgData name="Tomàs Silva" userId="4f1bfff8-29dd-4e57-b9fd-89bb4f405f87" providerId="ADAL" clId="{9219E22B-EB14-4E7F-9025-6E8EAE9E9B66}" dt="2025-11-18T20:55:50.178" v="451" actId="1076"/>
          <ac:spMkLst>
            <pc:docMk/>
            <pc:sldMk cId="2807969447" sldId="342"/>
            <ac:spMk id="10" creationId="{A05D85AD-340E-DF98-160A-9DFCB8524F41}"/>
          </ac:spMkLst>
        </pc:spChg>
        <pc:spChg chg="del">
          <ac:chgData name="Tomàs Silva" userId="4f1bfff8-29dd-4e57-b9fd-89bb4f405f87" providerId="ADAL" clId="{9219E22B-EB14-4E7F-9025-6E8EAE9E9B66}" dt="2025-11-18T20:02:37.367" v="341" actId="478"/>
          <ac:spMkLst>
            <pc:docMk/>
            <pc:sldMk cId="2807969447" sldId="342"/>
            <ac:spMk id="12" creationId="{89CFA35E-DADF-C3A3-C652-24AB8F8C072E}"/>
          </ac:spMkLst>
        </pc:spChg>
        <pc:spChg chg="del">
          <ac:chgData name="Tomàs Silva" userId="4f1bfff8-29dd-4e57-b9fd-89bb4f405f87" providerId="ADAL" clId="{9219E22B-EB14-4E7F-9025-6E8EAE9E9B66}" dt="2025-11-18T20:02:29.375" v="335" actId="478"/>
          <ac:spMkLst>
            <pc:docMk/>
            <pc:sldMk cId="2807969447" sldId="342"/>
            <ac:spMk id="14" creationId="{F086737B-9DB4-FB2A-B685-F28C043756B6}"/>
          </ac:spMkLst>
        </pc:spChg>
        <pc:spChg chg="del">
          <ac:chgData name="Tomàs Silva" userId="4f1bfff8-29dd-4e57-b9fd-89bb4f405f87" providerId="ADAL" clId="{9219E22B-EB14-4E7F-9025-6E8EAE9E9B66}" dt="2025-11-18T20:02:36.210" v="340" actId="478"/>
          <ac:spMkLst>
            <pc:docMk/>
            <pc:sldMk cId="2807969447" sldId="342"/>
            <ac:spMk id="20" creationId="{9EABBA3C-B948-9F28-CC92-E91CDBF91B83}"/>
          </ac:spMkLst>
        </pc:spChg>
        <pc:spChg chg="add mod">
          <ac:chgData name="Tomàs Silva" userId="4f1bfff8-29dd-4e57-b9fd-89bb4f405f87" providerId="ADAL" clId="{9219E22B-EB14-4E7F-9025-6E8EAE9E9B66}" dt="2025-11-18T20:55:54.145" v="452" actId="1076"/>
          <ac:spMkLst>
            <pc:docMk/>
            <pc:sldMk cId="2807969447" sldId="342"/>
            <ac:spMk id="22" creationId="{20B776C6-0CAB-E0A6-2E1E-79341A72728C}"/>
          </ac:spMkLst>
        </pc:spChg>
        <pc:spChg chg="del mod">
          <ac:chgData name="Tomàs Silva" userId="4f1bfff8-29dd-4e57-b9fd-89bb4f405f87" providerId="ADAL" clId="{9219E22B-EB14-4E7F-9025-6E8EAE9E9B66}" dt="2025-11-18T20:02:35.099" v="339" actId="478"/>
          <ac:spMkLst>
            <pc:docMk/>
            <pc:sldMk cId="2807969447" sldId="342"/>
            <ac:spMk id="23" creationId="{EBC19A74-5732-E2DD-1585-326E98DAD13A}"/>
          </ac:spMkLst>
        </pc:spChg>
        <pc:spChg chg="del">
          <ac:chgData name="Tomàs Silva" userId="4f1bfff8-29dd-4e57-b9fd-89bb4f405f87" providerId="ADAL" clId="{9219E22B-EB14-4E7F-9025-6E8EAE9E9B66}" dt="2025-11-18T20:02:32.562" v="336" actId="478"/>
          <ac:spMkLst>
            <pc:docMk/>
            <pc:sldMk cId="2807969447" sldId="342"/>
            <ac:spMk id="24" creationId="{00F4369D-4DDB-8AF6-824A-86B7FD100E75}"/>
          </ac:spMkLst>
        </pc:spChg>
        <pc:spChg chg="del">
          <ac:chgData name="Tomàs Silva" userId="4f1bfff8-29dd-4e57-b9fd-89bb4f405f87" providerId="ADAL" clId="{9219E22B-EB14-4E7F-9025-6E8EAE9E9B66}" dt="2025-11-18T20:02:39.241" v="343" actId="478"/>
          <ac:spMkLst>
            <pc:docMk/>
            <pc:sldMk cId="2807969447" sldId="342"/>
            <ac:spMk id="27" creationId="{A04BA792-8D3B-6F77-5003-8E6A113BB1E6}"/>
          </ac:spMkLst>
        </pc:spChg>
        <pc:spChg chg="add mod">
          <ac:chgData name="Tomàs Silva" userId="4f1bfff8-29dd-4e57-b9fd-89bb4f405f87" providerId="ADAL" clId="{9219E22B-EB14-4E7F-9025-6E8EAE9E9B66}" dt="2025-11-18T20:57:05.112" v="474" actId="1076"/>
          <ac:spMkLst>
            <pc:docMk/>
            <pc:sldMk cId="2807969447" sldId="342"/>
            <ac:spMk id="29" creationId="{E74022D6-DD77-AED3-B5FB-E0C2679D8266}"/>
          </ac:spMkLst>
        </pc:spChg>
        <pc:spChg chg="add mod">
          <ac:chgData name="Tomàs Silva" userId="4f1bfff8-29dd-4e57-b9fd-89bb4f405f87" providerId="ADAL" clId="{9219E22B-EB14-4E7F-9025-6E8EAE9E9B66}" dt="2025-11-18T20:58:17.105" v="521" actId="1076"/>
          <ac:spMkLst>
            <pc:docMk/>
            <pc:sldMk cId="2807969447" sldId="342"/>
            <ac:spMk id="32" creationId="{241E5F2A-DB50-5CD9-5E17-0BE68720E80C}"/>
          </ac:spMkLst>
        </pc:spChg>
        <pc:spChg chg="add mod">
          <ac:chgData name="Tomàs Silva" userId="4f1bfff8-29dd-4e57-b9fd-89bb4f405f87" providerId="ADAL" clId="{9219E22B-EB14-4E7F-9025-6E8EAE9E9B66}" dt="2025-11-18T20:59:22.777" v="582" actId="1076"/>
          <ac:spMkLst>
            <pc:docMk/>
            <pc:sldMk cId="2807969447" sldId="342"/>
            <ac:spMk id="34" creationId="{7269BE7E-94C8-D251-60C6-F335BA726A2B}"/>
          </ac:spMkLst>
        </pc:spChg>
        <pc:spChg chg="mod">
          <ac:chgData name="Tomàs Silva" userId="4f1bfff8-29dd-4e57-b9fd-89bb4f405f87" providerId="ADAL" clId="{9219E22B-EB14-4E7F-9025-6E8EAE9E9B66}" dt="2025-11-18T20:47:47.107" v="401" actId="20577"/>
          <ac:spMkLst>
            <pc:docMk/>
            <pc:sldMk cId="2807969447" sldId="342"/>
            <ac:spMk id="9229" creationId="{80425451-CF50-3B35-A9F2-09184D58D9E5}"/>
          </ac:spMkLst>
        </pc:spChg>
        <pc:picChg chg="del">
          <ac:chgData name="Tomàs Silva" userId="4f1bfff8-29dd-4e57-b9fd-89bb4f405f87" providerId="ADAL" clId="{9219E22B-EB14-4E7F-9025-6E8EAE9E9B66}" dt="2025-11-18T19:57:56.460" v="334" actId="478"/>
          <ac:picMkLst>
            <pc:docMk/>
            <pc:sldMk cId="2807969447" sldId="342"/>
            <ac:picMk id="6" creationId="{686DFE38-BBAE-DFAC-FD18-1CE736E8C879}"/>
          </ac:picMkLst>
        </pc:picChg>
        <pc:picChg chg="add mod">
          <ac:chgData name="Tomàs Silva" userId="4f1bfff8-29dd-4e57-b9fd-89bb4f405f87" providerId="ADAL" clId="{9219E22B-EB14-4E7F-9025-6E8EAE9E9B66}" dt="2025-11-18T20:54:32.656" v="417" actId="1076"/>
          <ac:picMkLst>
            <pc:docMk/>
            <pc:sldMk cId="2807969447" sldId="342"/>
            <ac:picMk id="15" creationId="{47FFDF97-5394-0F3B-D1F8-148FC3A7412D}"/>
          </ac:picMkLst>
        </pc:picChg>
        <pc:picChg chg="add mod">
          <ac:chgData name="Tomàs Silva" userId="4f1bfff8-29dd-4e57-b9fd-89bb4f405f87" providerId="ADAL" clId="{9219E22B-EB14-4E7F-9025-6E8EAE9E9B66}" dt="2025-11-18T20:56:24.356" v="454" actId="1076"/>
          <ac:picMkLst>
            <pc:docMk/>
            <pc:sldMk cId="2807969447" sldId="342"/>
            <ac:picMk id="26" creationId="{4A8A0C3B-AC0F-BC6F-5E00-1EC2535BBCB8}"/>
          </ac:picMkLst>
        </pc:picChg>
        <pc:picChg chg="add mod">
          <ac:chgData name="Tomàs Silva" userId="4f1bfff8-29dd-4e57-b9fd-89bb4f405f87" providerId="ADAL" clId="{9219E22B-EB14-4E7F-9025-6E8EAE9E9B66}" dt="2025-11-18T20:57:40.054" v="480" actId="1076"/>
          <ac:picMkLst>
            <pc:docMk/>
            <pc:sldMk cId="2807969447" sldId="342"/>
            <ac:picMk id="31" creationId="{AA3F85A8-B8FE-6CF1-C95B-F518C5025D15}"/>
          </ac:picMkLst>
        </pc:picChg>
        <pc:cxnChg chg="add mod">
          <ac:chgData name="Tomàs Silva" userId="4f1bfff8-29dd-4e57-b9fd-89bb4f405f87" providerId="ADAL" clId="{9219E22B-EB14-4E7F-9025-6E8EAE9E9B66}" dt="2025-11-18T20:54:43.358" v="421" actId="1076"/>
          <ac:cxnSpMkLst>
            <pc:docMk/>
            <pc:sldMk cId="2807969447" sldId="342"/>
            <ac:cxnSpMk id="16" creationId="{18E38DD2-1F16-B8B8-54D5-E31679EC7C03}"/>
          </ac:cxnSpMkLst>
        </pc:cxnChg>
        <pc:cxnChg chg="del">
          <ac:chgData name="Tomàs Silva" userId="4f1bfff8-29dd-4e57-b9fd-89bb4f405f87" providerId="ADAL" clId="{9219E22B-EB14-4E7F-9025-6E8EAE9E9B66}" dt="2025-11-18T20:02:38.069" v="342" actId="478"/>
          <ac:cxnSpMkLst>
            <pc:docMk/>
            <pc:sldMk cId="2807969447" sldId="342"/>
            <ac:cxnSpMk id="17" creationId="{F16876BE-77CA-B78C-4B89-B6AEA171584B}"/>
          </ac:cxnSpMkLst>
        </pc:cxnChg>
        <pc:cxnChg chg="del">
          <ac:chgData name="Tomàs Silva" userId="4f1bfff8-29dd-4e57-b9fd-89bb4f405f87" providerId="ADAL" clId="{9219E22B-EB14-4E7F-9025-6E8EAE9E9B66}" dt="2025-11-18T20:02:33.598" v="338" actId="478"/>
          <ac:cxnSpMkLst>
            <pc:docMk/>
            <pc:sldMk cId="2807969447" sldId="342"/>
            <ac:cxnSpMk id="21" creationId="{33BDCA54-A65D-1FAD-F66C-0F6F39FA046F}"/>
          </ac:cxnSpMkLst>
        </pc:cxnChg>
        <pc:cxnChg chg="add mod">
          <ac:chgData name="Tomàs Silva" userId="4f1bfff8-29dd-4e57-b9fd-89bb4f405f87" providerId="ADAL" clId="{9219E22B-EB14-4E7F-9025-6E8EAE9E9B66}" dt="2025-11-18T20:56:33.109" v="456" actId="1076"/>
          <ac:cxnSpMkLst>
            <pc:docMk/>
            <pc:sldMk cId="2807969447" sldId="342"/>
            <ac:cxnSpMk id="28" creationId="{B59F2510-0B8E-E55D-8360-4DA22B7066CD}"/>
          </ac:cxnSpMkLst>
        </pc:cxnChg>
        <pc:cxnChg chg="add mod">
          <ac:chgData name="Tomàs Silva" userId="4f1bfff8-29dd-4e57-b9fd-89bb4f405f87" providerId="ADAL" clId="{9219E22B-EB14-4E7F-9025-6E8EAE9E9B66}" dt="2025-11-18T20:58:14.961" v="520" actId="1076"/>
          <ac:cxnSpMkLst>
            <pc:docMk/>
            <pc:sldMk cId="2807969447" sldId="342"/>
            <ac:cxnSpMk id="33" creationId="{29F88E69-05B8-62DF-333A-9155273649D9}"/>
          </ac:cxnSpMkLst>
        </pc:cxnChg>
      </pc:sldChg>
      <pc:sldChg chg="add del">
        <pc:chgData name="Tomàs Silva" userId="4f1bfff8-29dd-4e57-b9fd-89bb4f405f87" providerId="ADAL" clId="{9219E22B-EB14-4E7F-9025-6E8EAE9E9B66}" dt="2025-11-18T21:41:12.624" v="1059" actId="47"/>
        <pc:sldMkLst>
          <pc:docMk/>
          <pc:sldMk cId="575317225" sldId="343"/>
        </pc:sldMkLst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2253750005" sldId="344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253750005" sldId="344"/>
            <ac:spMk id="2" creationId="{ACD92A27-E332-A242-4131-2E25F84EAC6F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253750005" sldId="344"/>
            <ac:spMk id="8" creationId="{CDAE5E7E-4DB3-C222-A58C-38764CFE2905}"/>
          </ac:spMkLst>
        </pc:spChg>
        <pc:spChg chg="mod">
          <ac:chgData name="Tomàs Silva" userId="4f1bfff8-29dd-4e57-b9fd-89bb4f405f87" providerId="ADAL" clId="{9219E22B-EB14-4E7F-9025-6E8EAE9E9B66}" dt="2025-11-18T21:04:59.660" v="621"/>
          <ac:spMkLst>
            <pc:docMk/>
            <pc:sldMk cId="2253750005" sldId="344"/>
            <ac:spMk id="10" creationId="{33C30A60-537A-C16E-1B98-454964FEA872}"/>
          </ac:spMkLst>
        </pc:spChg>
        <pc:spChg chg="del">
          <ac:chgData name="Tomàs Silva" userId="4f1bfff8-29dd-4e57-b9fd-89bb4f405f87" providerId="ADAL" clId="{9219E22B-EB14-4E7F-9025-6E8EAE9E9B66}" dt="2025-11-18T21:03:53.828" v="616" actId="478"/>
          <ac:spMkLst>
            <pc:docMk/>
            <pc:sldMk cId="2253750005" sldId="344"/>
            <ac:spMk id="22" creationId="{13B36BEE-3818-E9AC-5872-371DE4F02476}"/>
          </ac:spMkLst>
        </pc:spChg>
        <pc:spChg chg="del">
          <ac:chgData name="Tomàs Silva" userId="4f1bfff8-29dd-4e57-b9fd-89bb4f405f87" providerId="ADAL" clId="{9219E22B-EB14-4E7F-9025-6E8EAE9E9B66}" dt="2025-11-18T21:03:50.809" v="614" actId="478"/>
          <ac:spMkLst>
            <pc:docMk/>
            <pc:sldMk cId="2253750005" sldId="344"/>
            <ac:spMk id="29" creationId="{8106BE32-D6D8-C5C2-2EEE-F24FBEB9BBD1}"/>
          </ac:spMkLst>
        </pc:spChg>
        <pc:spChg chg="del mod">
          <ac:chgData name="Tomàs Silva" userId="4f1bfff8-29dd-4e57-b9fd-89bb4f405f87" providerId="ADAL" clId="{9219E22B-EB14-4E7F-9025-6E8EAE9E9B66}" dt="2025-11-18T21:03:49.508" v="613" actId="478"/>
          <ac:spMkLst>
            <pc:docMk/>
            <pc:sldMk cId="2253750005" sldId="344"/>
            <ac:spMk id="32" creationId="{855DC165-FC37-B920-5540-3A6BD0983F29}"/>
          </ac:spMkLst>
        </pc:spChg>
        <pc:spChg chg="del mod">
          <ac:chgData name="Tomàs Silva" userId="4f1bfff8-29dd-4e57-b9fd-89bb4f405f87" providerId="ADAL" clId="{9219E22B-EB14-4E7F-9025-6E8EAE9E9B66}" dt="2025-11-18T21:03:44.977" v="608" actId="478"/>
          <ac:spMkLst>
            <pc:docMk/>
            <pc:sldMk cId="2253750005" sldId="344"/>
            <ac:spMk id="34" creationId="{4FA78895-C828-ADAC-FB24-68A9500C39C1}"/>
          </ac:spMkLst>
        </pc:spChg>
        <pc:spChg chg="mod">
          <ac:chgData name="Tomàs Silva" userId="4f1bfff8-29dd-4e57-b9fd-89bb4f405f87" providerId="ADAL" clId="{9219E22B-EB14-4E7F-9025-6E8EAE9E9B66}" dt="2025-11-18T21:03:39.931" v="604" actId="20577"/>
          <ac:spMkLst>
            <pc:docMk/>
            <pc:sldMk cId="2253750005" sldId="344"/>
            <ac:spMk id="9229" creationId="{7736A7B4-526B-F4BC-E7DD-91C756A63A8A}"/>
          </ac:spMkLst>
        </pc:spChg>
        <pc:picChg chg="add mod">
          <ac:chgData name="Tomàs Silva" userId="4f1bfff8-29dd-4e57-b9fd-89bb4f405f87" providerId="ADAL" clId="{9219E22B-EB14-4E7F-9025-6E8EAE9E9B66}" dt="2025-11-18T21:05:28.148" v="622" actId="1076"/>
          <ac:picMkLst>
            <pc:docMk/>
            <pc:sldMk cId="2253750005" sldId="344"/>
            <ac:picMk id="4" creationId="{A0CDD429-88ED-0F78-1000-69A579643206}"/>
          </ac:picMkLst>
        </pc:picChg>
        <pc:picChg chg="mod">
          <ac:chgData name="Tomàs Silva" userId="4f1bfff8-29dd-4e57-b9fd-89bb4f405f87" providerId="ADAL" clId="{9219E22B-EB14-4E7F-9025-6E8EAE9E9B66}" dt="2025-11-18T21:03:42.649" v="606" actId="1076"/>
          <ac:picMkLst>
            <pc:docMk/>
            <pc:sldMk cId="2253750005" sldId="344"/>
            <ac:picMk id="9" creationId="{358219BA-0037-83EB-3F39-711AE4044395}"/>
          </ac:picMkLst>
        </pc:picChg>
        <pc:picChg chg="del">
          <ac:chgData name="Tomàs Silva" userId="4f1bfff8-29dd-4e57-b9fd-89bb4f405f87" providerId="ADAL" clId="{9219E22B-EB14-4E7F-9025-6E8EAE9E9B66}" dt="2025-11-18T21:03:55.634" v="618" actId="478"/>
          <ac:picMkLst>
            <pc:docMk/>
            <pc:sldMk cId="2253750005" sldId="344"/>
            <ac:picMk id="15" creationId="{AF00F834-1979-26A7-901D-E234C9503F41}"/>
          </ac:picMkLst>
        </pc:picChg>
        <pc:picChg chg="del">
          <ac:chgData name="Tomàs Silva" userId="4f1bfff8-29dd-4e57-b9fd-89bb4f405f87" providerId="ADAL" clId="{9219E22B-EB14-4E7F-9025-6E8EAE9E9B66}" dt="2025-11-18T21:03:52.337" v="615" actId="478"/>
          <ac:picMkLst>
            <pc:docMk/>
            <pc:sldMk cId="2253750005" sldId="344"/>
            <ac:picMk id="26" creationId="{DF6B1852-8C28-46D8-193B-7DAF9003E0A2}"/>
          </ac:picMkLst>
        </pc:picChg>
        <pc:picChg chg="del">
          <ac:chgData name="Tomàs Silva" userId="4f1bfff8-29dd-4e57-b9fd-89bb4f405f87" providerId="ADAL" clId="{9219E22B-EB14-4E7F-9025-6E8EAE9E9B66}" dt="2025-11-18T21:03:48.040" v="611" actId="478"/>
          <ac:picMkLst>
            <pc:docMk/>
            <pc:sldMk cId="2253750005" sldId="344"/>
            <ac:picMk id="31" creationId="{C0F625F1-0D41-AE0A-742B-44C87C0ED313}"/>
          </ac:picMkLst>
        </pc:picChg>
        <pc:cxnChg chg="del">
          <ac:chgData name="Tomàs Silva" userId="4f1bfff8-29dd-4e57-b9fd-89bb4f405f87" providerId="ADAL" clId="{9219E22B-EB14-4E7F-9025-6E8EAE9E9B66}" dt="2025-11-18T21:03:54.509" v="617" actId="478"/>
          <ac:cxnSpMkLst>
            <pc:docMk/>
            <pc:sldMk cId="2253750005" sldId="344"/>
            <ac:cxnSpMk id="16" creationId="{DEEF6186-5687-7FD9-DC7A-3ABCBAE73D62}"/>
          </ac:cxnSpMkLst>
        </pc:cxnChg>
        <pc:cxnChg chg="del">
          <ac:chgData name="Tomàs Silva" userId="4f1bfff8-29dd-4e57-b9fd-89bb4f405f87" providerId="ADAL" clId="{9219E22B-EB14-4E7F-9025-6E8EAE9E9B66}" dt="2025-11-18T21:03:47.113" v="610" actId="478"/>
          <ac:cxnSpMkLst>
            <pc:docMk/>
            <pc:sldMk cId="2253750005" sldId="344"/>
            <ac:cxnSpMk id="28" creationId="{20F7DF07-1EEB-0458-5494-E525C73DBD24}"/>
          </ac:cxnSpMkLst>
        </pc:cxnChg>
        <pc:cxnChg chg="del">
          <ac:chgData name="Tomàs Silva" userId="4f1bfff8-29dd-4e57-b9fd-89bb4f405f87" providerId="ADAL" clId="{9219E22B-EB14-4E7F-9025-6E8EAE9E9B66}" dt="2025-11-18T21:03:45.900" v="609" actId="478"/>
          <ac:cxnSpMkLst>
            <pc:docMk/>
            <pc:sldMk cId="2253750005" sldId="344"/>
            <ac:cxnSpMk id="33" creationId="{0463AFE9-FF34-AA31-D256-2B4944B6D62E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452341901" sldId="345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452341901" sldId="345"/>
            <ac:spMk id="2" creationId="{55C59FAE-627E-D1FB-D93C-7AFECA5D4FDC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452341901" sldId="345"/>
            <ac:spMk id="8" creationId="{932336BA-1E47-3766-9CC8-380028763A58}"/>
          </ac:spMkLst>
        </pc:spChg>
        <pc:spChg chg="del">
          <ac:chgData name="Tomàs Silva" userId="4f1bfff8-29dd-4e57-b9fd-89bb4f405f87" providerId="ADAL" clId="{9219E22B-EB14-4E7F-9025-6E8EAE9E9B66}" dt="2025-11-18T21:06:13.170" v="638" actId="478"/>
          <ac:spMkLst>
            <pc:docMk/>
            <pc:sldMk cId="452341901" sldId="345"/>
            <ac:spMk id="10" creationId="{A4F63CDE-8EC0-916E-2CBA-B7045B2B2F1A}"/>
          </ac:spMkLst>
        </pc:spChg>
        <pc:spChg chg="add mod">
          <ac:chgData name="Tomàs Silva" userId="4f1bfff8-29dd-4e57-b9fd-89bb4f405f87" providerId="ADAL" clId="{9219E22B-EB14-4E7F-9025-6E8EAE9E9B66}" dt="2025-11-18T21:07:57.072" v="648" actId="1076"/>
          <ac:spMkLst>
            <pc:docMk/>
            <pc:sldMk cId="452341901" sldId="345"/>
            <ac:spMk id="14" creationId="{BEE2B7AD-DC11-F34D-F568-3716F909ABF2}"/>
          </ac:spMkLst>
        </pc:spChg>
        <pc:spChg chg="add mod">
          <ac:chgData name="Tomàs Silva" userId="4f1bfff8-29dd-4e57-b9fd-89bb4f405f87" providerId="ADAL" clId="{9219E22B-EB14-4E7F-9025-6E8EAE9E9B66}" dt="2025-11-18T21:09:15.737" v="663" actId="20577"/>
          <ac:spMkLst>
            <pc:docMk/>
            <pc:sldMk cId="452341901" sldId="345"/>
            <ac:spMk id="19" creationId="{576C724B-06E6-783F-224C-0475F542EC1F}"/>
          </ac:spMkLst>
        </pc:spChg>
        <pc:spChg chg="add mod">
          <ac:chgData name="Tomàs Silva" userId="4f1bfff8-29dd-4e57-b9fd-89bb4f405f87" providerId="ADAL" clId="{9219E22B-EB14-4E7F-9025-6E8EAE9E9B66}" dt="2025-11-18T21:09:50.405" v="673" actId="20577"/>
          <ac:spMkLst>
            <pc:docMk/>
            <pc:sldMk cId="452341901" sldId="345"/>
            <ac:spMk id="20" creationId="{3A047E59-672B-51A1-753F-1B28398D1DBF}"/>
          </ac:spMkLst>
        </pc:spChg>
        <pc:spChg chg="add mod">
          <ac:chgData name="Tomàs Silva" userId="4f1bfff8-29dd-4e57-b9fd-89bb4f405f87" providerId="ADAL" clId="{9219E22B-EB14-4E7F-9025-6E8EAE9E9B66}" dt="2025-11-18T21:11:28.952" v="729" actId="1076"/>
          <ac:spMkLst>
            <pc:docMk/>
            <pc:sldMk cId="452341901" sldId="345"/>
            <ac:spMk id="24" creationId="{E35B2653-274D-2C43-6817-B8962CDDCFEA}"/>
          </ac:spMkLst>
        </pc:spChg>
        <pc:spChg chg="add mod">
          <ac:chgData name="Tomàs Silva" userId="4f1bfff8-29dd-4e57-b9fd-89bb4f405f87" providerId="ADAL" clId="{9219E22B-EB14-4E7F-9025-6E8EAE9E9B66}" dt="2025-11-18T21:12:25.299" v="739" actId="1076"/>
          <ac:spMkLst>
            <pc:docMk/>
            <pc:sldMk cId="452341901" sldId="345"/>
            <ac:spMk id="30" creationId="{468C7D9D-9C1B-4382-C390-DD7FFFD355E1}"/>
          </ac:spMkLst>
        </pc:spChg>
        <pc:spChg chg="add mod">
          <ac:chgData name="Tomàs Silva" userId="4f1bfff8-29dd-4e57-b9fd-89bb4f405f87" providerId="ADAL" clId="{9219E22B-EB14-4E7F-9025-6E8EAE9E9B66}" dt="2025-11-18T21:13:17.935" v="749" actId="1076"/>
          <ac:spMkLst>
            <pc:docMk/>
            <pc:sldMk cId="452341901" sldId="345"/>
            <ac:spMk id="31" creationId="{A64D3CC7-7764-AE4A-045D-443D58486DCA}"/>
          </ac:spMkLst>
        </pc:spChg>
        <pc:spChg chg="add mod">
          <ac:chgData name="Tomàs Silva" userId="4f1bfff8-29dd-4e57-b9fd-89bb4f405f87" providerId="ADAL" clId="{9219E22B-EB14-4E7F-9025-6E8EAE9E9B66}" dt="2025-11-18T21:13:57.334" v="758" actId="1076"/>
          <ac:spMkLst>
            <pc:docMk/>
            <pc:sldMk cId="452341901" sldId="345"/>
            <ac:spMk id="36" creationId="{EC1489B2-A87A-C342-2ADB-1EE82A5C29BB}"/>
          </ac:spMkLst>
        </pc:spChg>
        <pc:spChg chg="mod">
          <ac:chgData name="Tomàs Silva" userId="4f1bfff8-29dd-4e57-b9fd-89bb4f405f87" providerId="ADAL" clId="{9219E22B-EB14-4E7F-9025-6E8EAE9E9B66}" dt="2025-11-18T21:05:47.200" v="636" actId="20577"/>
          <ac:spMkLst>
            <pc:docMk/>
            <pc:sldMk cId="452341901" sldId="345"/>
            <ac:spMk id="9229" creationId="{43A0F4A1-0147-13DA-66E6-1672D4491422}"/>
          </ac:spMkLst>
        </pc:spChg>
        <pc:picChg chg="del">
          <ac:chgData name="Tomàs Silva" userId="4f1bfff8-29dd-4e57-b9fd-89bb4f405f87" providerId="ADAL" clId="{9219E22B-EB14-4E7F-9025-6E8EAE9E9B66}" dt="2025-11-18T21:06:11.308" v="637" actId="478"/>
          <ac:picMkLst>
            <pc:docMk/>
            <pc:sldMk cId="452341901" sldId="345"/>
            <ac:picMk id="4" creationId="{E55F7892-AB40-2C27-2049-254C3B3C6C38}"/>
          </ac:picMkLst>
        </pc:picChg>
        <pc:picChg chg="add mod">
          <ac:chgData name="Tomàs Silva" userId="4f1bfff8-29dd-4e57-b9fd-89bb4f405f87" providerId="ADAL" clId="{9219E22B-EB14-4E7F-9025-6E8EAE9E9B66}" dt="2025-11-18T21:08:02.929" v="649" actId="1076"/>
          <ac:picMkLst>
            <pc:docMk/>
            <pc:sldMk cId="452341901" sldId="345"/>
            <ac:picMk id="11" creationId="{8DA40B81-F693-3E59-67DE-A862A7FF5343}"/>
          </ac:picMkLst>
        </pc:picChg>
        <pc:cxnChg chg="add mod">
          <ac:chgData name="Tomàs Silva" userId="4f1bfff8-29dd-4e57-b9fd-89bb4f405f87" providerId="ADAL" clId="{9219E22B-EB14-4E7F-9025-6E8EAE9E9B66}" dt="2025-11-18T21:08:44.292" v="653" actId="14100"/>
          <ac:cxnSpMkLst>
            <pc:docMk/>
            <pc:sldMk cId="452341901" sldId="345"/>
            <ac:cxnSpMk id="15" creationId="{E74BFE5E-C6FF-0ED1-22CD-FFC9CB2DE06C}"/>
          </ac:cxnSpMkLst>
        </pc:cxnChg>
        <pc:cxnChg chg="add mod">
          <ac:chgData name="Tomàs Silva" userId="4f1bfff8-29dd-4e57-b9fd-89bb4f405f87" providerId="ADAL" clId="{9219E22B-EB14-4E7F-9025-6E8EAE9E9B66}" dt="2025-11-18T21:10:06.306" v="677" actId="14100"/>
          <ac:cxnSpMkLst>
            <pc:docMk/>
            <pc:sldMk cId="452341901" sldId="345"/>
            <ac:cxnSpMk id="21" creationId="{E2EB7917-6E29-C485-2E68-513B4C6BF128}"/>
          </ac:cxnSpMkLst>
        </pc:cxnChg>
        <pc:cxnChg chg="add mod">
          <ac:chgData name="Tomàs Silva" userId="4f1bfff8-29dd-4e57-b9fd-89bb4f405f87" providerId="ADAL" clId="{9219E22B-EB14-4E7F-9025-6E8EAE9E9B66}" dt="2025-11-18T21:11:26.452" v="728" actId="14100"/>
          <ac:cxnSpMkLst>
            <pc:docMk/>
            <pc:sldMk cId="452341901" sldId="345"/>
            <ac:cxnSpMk id="25" creationId="{DFBB5005-4A94-B66C-0D19-8B41E0AB8FF6}"/>
          </ac:cxnSpMkLst>
        </pc:cxnChg>
        <pc:cxnChg chg="add mod">
          <ac:chgData name="Tomàs Silva" userId="4f1bfff8-29dd-4e57-b9fd-89bb4f405f87" providerId="ADAL" clId="{9219E22B-EB14-4E7F-9025-6E8EAE9E9B66}" dt="2025-11-18T21:12:02.715" v="733" actId="14100"/>
          <ac:cxnSpMkLst>
            <pc:docMk/>
            <pc:sldMk cId="452341901" sldId="345"/>
            <ac:cxnSpMk id="27" creationId="{40BE0F47-92FD-7F61-C98D-E64F72FC956B}"/>
          </ac:cxnSpMkLst>
        </pc:cxnChg>
        <pc:cxnChg chg="add mod">
          <ac:chgData name="Tomàs Silva" userId="4f1bfff8-29dd-4e57-b9fd-89bb4f405f87" providerId="ADAL" clId="{9219E22B-EB14-4E7F-9025-6E8EAE9E9B66}" dt="2025-11-18T21:13:20.897" v="750" actId="14100"/>
          <ac:cxnSpMkLst>
            <pc:docMk/>
            <pc:sldMk cId="452341901" sldId="345"/>
            <ac:cxnSpMk id="32" creationId="{849E3A74-99DB-44E8-D6A5-84665C493500}"/>
          </ac:cxnSpMkLst>
        </pc:cxnChg>
        <pc:cxnChg chg="add mod">
          <ac:chgData name="Tomàs Silva" userId="4f1bfff8-29dd-4e57-b9fd-89bb4f405f87" providerId="ADAL" clId="{9219E22B-EB14-4E7F-9025-6E8EAE9E9B66}" dt="2025-11-18T21:14:08.667" v="761" actId="14100"/>
          <ac:cxnSpMkLst>
            <pc:docMk/>
            <pc:sldMk cId="452341901" sldId="345"/>
            <ac:cxnSpMk id="37" creationId="{89DAD691-BA8D-7482-65E0-E22E08075CED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283396022" sldId="346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283396022" sldId="346"/>
            <ac:spMk id="2" creationId="{B020A744-04C4-62BF-D3E7-6B2A8F16CF93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283396022" sldId="346"/>
            <ac:spMk id="8" creationId="{612582A9-F66E-C054-B4AC-0179B4102B1C}"/>
          </ac:spMkLst>
        </pc:spChg>
        <pc:spChg chg="add mod">
          <ac:chgData name="Tomàs Silva" userId="4f1bfff8-29dd-4e57-b9fd-89bb4f405f87" providerId="ADAL" clId="{9219E22B-EB14-4E7F-9025-6E8EAE9E9B66}" dt="2025-11-18T21:26:39.932" v="902" actId="1076"/>
          <ac:spMkLst>
            <pc:docMk/>
            <pc:sldMk cId="283396022" sldId="346"/>
            <ac:spMk id="10" creationId="{10080956-32E8-EE8E-84E7-8ECE239D91E4}"/>
          </ac:spMkLst>
        </pc:spChg>
        <pc:spChg chg="mod">
          <ac:chgData name="Tomàs Silva" userId="4f1bfff8-29dd-4e57-b9fd-89bb4f405f87" providerId="ADAL" clId="{9219E22B-EB14-4E7F-9025-6E8EAE9E9B66}" dt="2025-11-18T21:17:41.640" v="818" actId="20577"/>
          <ac:spMkLst>
            <pc:docMk/>
            <pc:sldMk cId="283396022" sldId="346"/>
            <ac:spMk id="14" creationId="{A1FFFD39-F2EE-783A-4E18-9B2B8D887A8B}"/>
          </ac:spMkLst>
        </pc:spChg>
        <pc:spChg chg="del">
          <ac:chgData name="Tomàs Silva" userId="4f1bfff8-29dd-4e57-b9fd-89bb4f405f87" providerId="ADAL" clId="{9219E22B-EB14-4E7F-9025-6E8EAE9E9B66}" dt="2025-11-18T21:16:52.509" v="805" actId="478"/>
          <ac:spMkLst>
            <pc:docMk/>
            <pc:sldMk cId="283396022" sldId="346"/>
            <ac:spMk id="19" creationId="{731173C4-E8FF-8E62-5042-C3230D1CCF4F}"/>
          </ac:spMkLst>
        </pc:spChg>
        <pc:spChg chg="del">
          <ac:chgData name="Tomàs Silva" userId="4f1bfff8-29dd-4e57-b9fd-89bb4f405f87" providerId="ADAL" clId="{9219E22B-EB14-4E7F-9025-6E8EAE9E9B66}" dt="2025-11-18T21:16:53.831" v="806" actId="478"/>
          <ac:spMkLst>
            <pc:docMk/>
            <pc:sldMk cId="283396022" sldId="346"/>
            <ac:spMk id="20" creationId="{A760CE90-900F-38ED-92A0-5136AEB7940E}"/>
          </ac:spMkLst>
        </pc:spChg>
        <pc:spChg chg="add mod">
          <ac:chgData name="Tomàs Silva" userId="4f1bfff8-29dd-4e57-b9fd-89bb4f405f87" providerId="ADAL" clId="{9219E22B-EB14-4E7F-9025-6E8EAE9E9B66}" dt="2025-11-18T21:23:55.849" v="863" actId="20577"/>
          <ac:spMkLst>
            <pc:docMk/>
            <pc:sldMk cId="283396022" sldId="346"/>
            <ac:spMk id="23" creationId="{678BBF2A-6D0B-D07B-8E0D-761EBED552DB}"/>
          </ac:spMkLst>
        </pc:spChg>
        <pc:spChg chg="del">
          <ac:chgData name="Tomàs Silva" userId="4f1bfff8-29dd-4e57-b9fd-89bb4f405f87" providerId="ADAL" clId="{9219E22B-EB14-4E7F-9025-6E8EAE9E9B66}" dt="2025-11-18T21:16:54.980" v="807" actId="478"/>
          <ac:spMkLst>
            <pc:docMk/>
            <pc:sldMk cId="283396022" sldId="346"/>
            <ac:spMk id="24" creationId="{594A9DF7-D2A3-0C18-2883-AD3A9CCF7316}"/>
          </ac:spMkLst>
        </pc:spChg>
        <pc:spChg chg="del">
          <ac:chgData name="Tomàs Silva" userId="4f1bfff8-29dd-4e57-b9fd-89bb4f405f87" providerId="ADAL" clId="{9219E22B-EB14-4E7F-9025-6E8EAE9E9B66}" dt="2025-11-18T21:17:10.796" v="816" actId="478"/>
          <ac:spMkLst>
            <pc:docMk/>
            <pc:sldMk cId="283396022" sldId="346"/>
            <ac:spMk id="30" creationId="{84C49DAD-105B-B25F-4DFF-F39F554AA825}"/>
          </ac:spMkLst>
        </pc:spChg>
        <pc:spChg chg="del">
          <ac:chgData name="Tomàs Silva" userId="4f1bfff8-29dd-4e57-b9fd-89bb4f405f87" providerId="ADAL" clId="{9219E22B-EB14-4E7F-9025-6E8EAE9E9B66}" dt="2025-11-18T21:16:57.793" v="809" actId="478"/>
          <ac:spMkLst>
            <pc:docMk/>
            <pc:sldMk cId="283396022" sldId="346"/>
            <ac:spMk id="31" creationId="{4CFD6B41-6C21-51DD-F1EA-BE3BF0C55066}"/>
          </ac:spMkLst>
        </pc:spChg>
        <pc:spChg chg="add mod">
          <ac:chgData name="Tomàs Silva" userId="4f1bfff8-29dd-4e57-b9fd-89bb4f405f87" providerId="ADAL" clId="{9219E22B-EB14-4E7F-9025-6E8EAE9E9B66}" dt="2025-11-18T21:26:43.010" v="903" actId="1076"/>
          <ac:spMkLst>
            <pc:docMk/>
            <pc:sldMk cId="283396022" sldId="346"/>
            <ac:spMk id="33" creationId="{69847AA9-5933-28FC-9EDD-4DEAAE144B7A}"/>
          </ac:spMkLst>
        </pc:spChg>
        <pc:spChg chg="del">
          <ac:chgData name="Tomàs Silva" userId="4f1bfff8-29dd-4e57-b9fd-89bb4f405f87" providerId="ADAL" clId="{9219E22B-EB14-4E7F-9025-6E8EAE9E9B66}" dt="2025-11-18T21:16:56.033" v="808" actId="478"/>
          <ac:spMkLst>
            <pc:docMk/>
            <pc:sldMk cId="283396022" sldId="346"/>
            <ac:spMk id="36" creationId="{AC88A0F3-2B56-1F9B-32B3-694F89CBC10E}"/>
          </ac:spMkLst>
        </pc:spChg>
        <pc:spChg chg="mod">
          <ac:chgData name="Tomàs Silva" userId="4f1bfff8-29dd-4e57-b9fd-89bb4f405f87" providerId="ADAL" clId="{9219E22B-EB14-4E7F-9025-6E8EAE9E9B66}" dt="2025-11-18T21:14:35.876" v="775" actId="20577"/>
          <ac:spMkLst>
            <pc:docMk/>
            <pc:sldMk cId="283396022" sldId="346"/>
            <ac:spMk id="9229" creationId="{FFB30B0E-DFB9-8417-340C-8B4B6F349988}"/>
          </ac:spMkLst>
        </pc:spChg>
        <pc:picChg chg="add mod">
          <ac:chgData name="Tomàs Silva" userId="4f1bfff8-29dd-4e57-b9fd-89bb4f405f87" providerId="ADAL" clId="{9219E22B-EB14-4E7F-9025-6E8EAE9E9B66}" dt="2025-11-18T21:22:57.254" v="835" actId="1076"/>
          <ac:picMkLst>
            <pc:docMk/>
            <pc:sldMk cId="283396022" sldId="346"/>
            <ac:picMk id="6" creationId="{612B45BE-8A4A-78C9-29F0-AC7C5924B10E}"/>
          </ac:picMkLst>
        </pc:picChg>
        <pc:picChg chg="del">
          <ac:chgData name="Tomàs Silva" userId="4f1bfff8-29dd-4e57-b9fd-89bb4f405f87" providerId="ADAL" clId="{9219E22B-EB14-4E7F-9025-6E8EAE9E9B66}" dt="2025-11-18T21:17:05.962" v="811" actId="478"/>
          <ac:picMkLst>
            <pc:docMk/>
            <pc:sldMk cId="283396022" sldId="346"/>
            <ac:picMk id="11" creationId="{43BA8029-6671-E2C5-68ED-64700347A179}"/>
          </ac:picMkLst>
        </pc:picChg>
        <pc:picChg chg="add mod">
          <ac:chgData name="Tomàs Silva" userId="4f1bfff8-29dd-4e57-b9fd-89bb4f405f87" providerId="ADAL" clId="{9219E22B-EB14-4E7F-9025-6E8EAE9E9B66}" dt="2025-11-18T21:23:04.523" v="837" actId="1076"/>
          <ac:picMkLst>
            <pc:docMk/>
            <pc:sldMk cId="283396022" sldId="346"/>
            <ac:picMk id="18" creationId="{24EE8673-5E24-F6DB-7DFB-329958EA8CB1}"/>
          </ac:picMkLst>
        </pc:picChg>
        <pc:cxnChg chg="add mod">
          <ac:chgData name="Tomàs Silva" userId="4f1bfff8-29dd-4e57-b9fd-89bb4f405f87" providerId="ADAL" clId="{9219E22B-EB14-4E7F-9025-6E8EAE9E9B66}" dt="2025-11-18T21:26:22.549" v="895" actId="1076"/>
          <ac:cxnSpMkLst>
            <pc:docMk/>
            <pc:sldMk cId="283396022" sldId="346"/>
            <ac:cxnSpMk id="12" creationId="{8F25957B-9B31-B67A-EB11-2514A0DD1F7E}"/>
          </ac:cxnSpMkLst>
        </pc:cxnChg>
        <pc:cxnChg chg="del">
          <ac:chgData name="Tomàs Silva" userId="4f1bfff8-29dd-4e57-b9fd-89bb4f405f87" providerId="ADAL" clId="{9219E22B-EB14-4E7F-9025-6E8EAE9E9B66}" dt="2025-11-18T21:17:05.484" v="810" actId="478"/>
          <ac:cxnSpMkLst>
            <pc:docMk/>
            <pc:sldMk cId="283396022" sldId="346"/>
            <ac:cxnSpMk id="15" creationId="{F3F6EEFD-E9E3-6FC5-6668-21A7634A6676}"/>
          </ac:cxnSpMkLst>
        </pc:cxnChg>
        <pc:cxnChg chg="del">
          <ac:chgData name="Tomàs Silva" userId="4f1bfff8-29dd-4e57-b9fd-89bb4f405f87" providerId="ADAL" clId="{9219E22B-EB14-4E7F-9025-6E8EAE9E9B66}" dt="2025-11-18T21:17:06.886" v="812" actId="478"/>
          <ac:cxnSpMkLst>
            <pc:docMk/>
            <pc:sldMk cId="283396022" sldId="346"/>
            <ac:cxnSpMk id="21" creationId="{86DB4B19-11E9-3A94-A32B-67C15B1EE13C}"/>
          </ac:cxnSpMkLst>
        </pc:cxnChg>
        <pc:cxnChg chg="del">
          <ac:chgData name="Tomàs Silva" userId="4f1bfff8-29dd-4e57-b9fd-89bb4f405f87" providerId="ADAL" clId="{9219E22B-EB14-4E7F-9025-6E8EAE9E9B66}" dt="2025-11-18T21:17:07.650" v="813" actId="478"/>
          <ac:cxnSpMkLst>
            <pc:docMk/>
            <pc:sldMk cId="283396022" sldId="346"/>
            <ac:cxnSpMk id="25" creationId="{882430AD-AAAA-C29C-CA3A-35F9CC66A8D5}"/>
          </ac:cxnSpMkLst>
        </pc:cxnChg>
        <pc:cxnChg chg="add mod">
          <ac:chgData name="Tomàs Silva" userId="4f1bfff8-29dd-4e57-b9fd-89bb4f405f87" providerId="ADAL" clId="{9219E22B-EB14-4E7F-9025-6E8EAE9E9B66}" dt="2025-11-18T21:24:12.685" v="867" actId="1076"/>
          <ac:cxnSpMkLst>
            <pc:docMk/>
            <pc:sldMk cId="283396022" sldId="346"/>
            <ac:cxnSpMk id="26" creationId="{7F313B1B-1A26-2894-690D-FF4D4D97069A}"/>
          </ac:cxnSpMkLst>
        </pc:cxnChg>
        <pc:cxnChg chg="del">
          <ac:chgData name="Tomàs Silva" userId="4f1bfff8-29dd-4e57-b9fd-89bb4f405f87" providerId="ADAL" clId="{9219E22B-EB14-4E7F-9025-6E8EAE9E9B66}" dt="2025-11-18T21:17:12.491" v="817" actId="478"/>
          <ac:cxnSpMkLst>
            <pc:docMk/>
            <pc:sldMk cId="283396022" sldId="346"/>
            <ac:cxnSpMk id="27" creationId="{EE175B65-4D50-7A0A-339F-ADDC28140BE6}"/>
          </ac:cxnSpMkLst>
        </pc:cxnChg>
        <pc:cxnChg chg="del mod">
          <ac:chgData name="Tomàs Silva" userId="4f1bfff8-29dd-4e57-b9fd-89bb4f405f87" providerId="ADAL" clId="{9219E22B-EB14-4E7F-9025-6E8EAE9E9B66}" dt="2025-11-18T21:17:09.720" v="815" actId="478"/>
          <ac:cxnSpMkLst>
            <pc:docMk/>
            <pc:sldMk cId="283396022" sldId="346"/>
            <ac:cxnSpMk id="32" creationId="{0A462082-6A33-B9C7-FE61-43F105086036}"/>
          </ac:cxnSpMkLst>
        </pc:cxnChg>
        <pc:cxnChg chg="del mod">
          <ac:chgData name="Tomàs Silva" userId="4f1bfff8-29dd-4e57-b9fd-89bb4f405f87" providerId="ADAL" clId="{9219E22B-EB14-4E7F-9025-6E8EAE9E9B66}" dt="2025-11-18T21:17:08.926" v="814" actId="478"/>
          <ac:cxnSpMkLst>
            <pc:docMk/>
            <pc:sldMk cId="283396022" sldId="346"/>
            <ac:cxnSpMk id="37" creationId="{897F7AE1-A2AC-D23D-2DC4-E775E0ACA7D5}"/>
          </ac:cxnSpMkLst>
        </pc:cxnChg>
      </pc:sldChg>
      <pc:sldChg chg="modSp add del">
        <pc:chgData name="Tomàs Silva" userId="4f1bfff8-29dd-4e57-b9fd-89bb4f405f87" providerId="ADAL" clId="{9219E22B-EB14-4E7F-9025-6E8EAE9E9B66}" dt="2025-11-18T22:50:58.845" v="1922" actId="47"/>
        <pc:sldMkLst>
          <pc:docMk/>
          <pc:sldMk cId="4238484090" sldId="347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4238484090" sldId="347"/>
            <ac:spMk id="2" creationId="{283B8820-0730-7C5A-3FD5-9ACB21591DCB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4238484090" sldId="347"/>
            <ac:spMk id="8" creationId="{6B9F759E-F102-0338-13AC-CCC824A4FA6C}"/>
          </ac:spMkLst>
        </pc:spChg>
      </pc:sldChg>
      <pc:sldChg chg="add del">
        <pc:chgData name="Tomàs Silva" userId="4f1bfff8-29dd-4e57-b9fd-89bb4f405f87" providerId="ADAL" clId="{9219E22B-EB14-4E7F-9025-6E8EAE9E9B66}" dt="2025-11-18T21:31:09.556" v="907" actId="2696"/>
        <pc:sldMkLst>
          <pc:docMk/>
          <pc:sldMk cId="4096568076" sldId="348"/>
        </pc:sldMkLst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1869719995" sldId="349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1869719995" sldId="349"/>
            <ac:spMk id="2" creationId="{CEF290F3-C047-2556-2CFC-F55A52272455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1869719995" sldId="349"/>
            <ac:spMk id="8" creationId="{6B32C067-1FA3-860F-BE11-A61C1367E55C}"/>
          </ac:spMkLst>
        </pc:spChg>
        <pc:spChg chg="del">
          <ac:chgData name="Tomàs Silva" userId="4f1bfff8-29dd-4e57-b9fd-89bb4f405f87" providerId="ADAL" clId="{9219E22B-EB14-4E7F-9025-6E8EAE9E9B66}" dt="2025-11-18T21:32:44.881" v="942" actId="478"/>
          <ac:spMkLst>
            <pc:docMk/>
            <pc:sldMk cId="1869719995" sldId="349"/>
            <ac:spMk id="10" creationId="{090D5209-46FB-6162-518F-E6AF3D6343E5}"/>
          </ac:spMkLst>
        </pc:spChg>
        <pc:spChg chg="mod">
          <ac:chgData name="Tomàs Silva" userId="4f1bfff8-29dd-4e57-b9fd-89bb4f405f87" providerId="ADAL" clId="{9219E22B-EB14-4E7F-9025-6E8EAE9E9B66}" dt="2025-11-18T21:33:41.190" v="977" actId="20577"/>
          <ac:spMkLst>
            <pc:docMk/>
            <pc:sldMk cId="1869719995" sldId="349"/>
            <ac:spMk id="14" creationId="{38FC7D3F-2594-942D-CC6F-03743B63DEA4}"/>
          </ac:spMkLst>
        </pc:spChg>
        <pc:spChg chg="add mod">
          <ac:chgData name="Tomàs Silva" userId="4f1bfff8-29dd-4e57-b9fd-89bb4f405f87" providerId="ADAL" clId="{9219E22B-EB14-4E7F-9025-6E8EAE9E9B66}" dt="2025-11-18T21:35:14.243" v="993" actId="1076"/>
          <ac:spMkLst>
            <pc:docMk/>
            <pc:sldMk cId="1869719995" sldId="349"/>
            <ac:spMk id="15" creationId="{F862CA73-8764-84F8-5A36-9D6500E9A543}"/>
          </ac:spMkLst>
        </pc:spChg>
        <pc:spChg chg="del">
          <ac:chgData name="Tomàs Silva" userId="4f1bfff8-29dd-4e57-b9fd-89bb4f405f87" providerId="ADAL" clId="{9219E22B-EB14-4E7F-9025-6E8EAE9E9B66}" dt="2025-11-18T21:32:46.106" v="943" actId="478"/>
          <ac:spMkLst>
            <pc:docMk/>
            <pc:sldMk cId="1869719995" sldId="349"/>
            <ac:spMk id="23" creationId="{CDF84B9E-DC38-F281-0080-DE93B753DFE0}"/>
          </ac:spMkLst>
        </pc:spChg>
        <pc:spChg chg="del">
          <ac:chgData name="Tomàs Silva" userId="4f1bfff8-29dd-4e57-b9fd-89bb4f405f87" providerId="ADAL" clId="{9219E22B-EB14-4E7F-9025-6E8EAE9E9B66}" dt="2025-11-18T21:32:43.536" v="941" actId="478"/>
          <ac:spMkLst>
            <pc:docMk/>
            <pc:sldMk cId="1869719995" sldId="349"/>
            <ac:spMk id="33" creationId="{581E2F19-9625-1349-129D-2AC6A2196241}"/>
          </ac:spMkLst>
        </pc:spChg>
        <pc:spChg chg="mod">
          <ac:chgData name="Tomàs Silva" userId="4f1bfff8-29dd-4e57-b9fd-89bb4f405f87" providerId="ADAL" clId="{9219E22B-EB14-4E7F-9025-6E8EAE9E9B66}" dt="2025-11-18T21:31:23.472" v="938" actId="20577"/>
          <ac:spMkLst>
            <pc:docMk/>
            <pc:sldMk cId="1869719995" sldId="349"/>
            <ac:spMk id="9229" creationId="{99C8A45A-BC00-EB37-93CE-9861A39CF771}"/>
          </ac:spMkLst>
        </pc:spChg>
        <pc:picChg chg="del">
          <ac:chgData name="Tomàs Silva" userId="4f1bfff8-29dd-4e57-b9fd-89bb4f405f87" providerId="ADAL" clId="{9219E22B-EB14-4E7F-9025-6E8EAE9E9B66}" dt="2025-11-18T21:32:41.388" v="939" actId="478"/>
          <ac:picMkLst>
            <pc:docMk/>
            <pc:sldMk cId="1869719995" sldId="349"/>
            <ac:picMk id="6" creationId="{BD897A55-AFAC-85B0-EBA5-1E37DBD7EB21}"/>
          </ac:picMkLst>
        </pc:picChg>
        <pc:picChg chg="add mod">
          <ac:chgData name="Tomàs Silva" userId="4f1bfff8-29dd-4e57-b9fd-89bb4f405f87" providerId="ADAL" clId="{9219E22B-EB14-4E7F-9025-6E8EAE9E9B66}" dt="2025-11-18T21:34:31.402" v="984" actId="1076"/>
          <ac:picMkLst>
            <pc:docMk/>
            <pc:sldMk cId="1869719995" sldId="349"/>
            <ac:picMk id="11" creationId="{186F5262-4850-C830-092E-FC58C08D66AE}"/>
          </ac:picMkLst>
        </pc:picChg>
        <pc:picChg chg="del">
          <ac:chgData name="Tomàs Silva" userId="4f1bfff8-29dd-4e57-b9fd-89bb4f405f87" providerId="ADAL" clId="{9219E22B-EB14-4E7F-9025-6E8EAE9E9B66}" dt="2025-11-18T21:32:42.071" v="940" actId="478"/>
          <ac:picMkLst>
            <pc:docMk/>
            <pc:sldMk cId="1869719995" sldId="349"/>
            <ac:picMk id="18" creationId="{5B47FB1E-E54B-5BB9-A388-9DC99260B677}"/>
          </ac:picMkLst>
        </pc:picChg>
        <pc:cxnChg chg="del mod">
          <ac:chgData name="Tomàs Silva" userId="4f1bfff8-29dd-4e57-b9fd-89bb4f405f87" providerId="ADAL" clId="{9219E22B-EB14-4E7F-9025-6E8EAE9E9B66}" dt="2025-11-18T21:35:44.122" v="994" actId="478"/>
          <ac:cxnSpMkLst>
            <pc:docMk/>
            <pc:sldMk cId="1869719995" sldId="349"/>
            <ac:cxnSpMk id="26" creationId="{D3102A48-9ABE-4A22-FDBC-A793540A19B9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3581738528" sldId="350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3581738528" sldId="350"/>
            <ac:spMk id="2" creationId="{9A6BDA98-FD20-39DE-5BEC-CF2D44EA6D16}"/>
          </ac:spMkLst>
        </pc:spChg>
        <pc:spChg chg="add del">
          <ac:chgData name="Tomàs Silva" userId="4f1bfff8-29dd-4e57-b9fd-89bb4f405f87" providerId="ADAL" clId="{9219E22B-EB14-4E7F-9025-6E8EAE9E9B66}" dt="2025-11-18T21:38:11.532" v="1026" actId="22"/>
          <ac:spMkLst>
            <pc:docMk/>
            <pc:sldMk cId="3581738528" sldId="350"/>
            <ac:spMk id="6" creationId="{AFE83109-CE45-3FC9-6792-577F5CB0D7DF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3581738528" sldId="350"/>
            <ac:spMk id="8" creationId="{F7966AF1-93F5-C357-331E-1017272715CE}"/>
          </ac:spMkLst>
        </pc:spChg>
        <pc:spChg chg="del">
          <ac:chgData name="Tomàs Silva" userId="4f1bfff8-29dd-4e57-b9fd-89bb4f405f87" providerId="ADAL" clId="{9219E22B-EB14-4E7F-9025-6E8EAE9E9B66}" dt="2025-11-18T21:37:33.539" v="996" actId="478"/>
          <ac:spMkLst>
            <pc:docMk/>
            <pc:sldMk cId="3581738528" sldId="350"/>
            <ac:spMk id="14" creationId="{7C2B3A69-DE44-CED4-2B0B-2175076CE30D}"/>
          </ac:spMkLst>
        </pc:spChg>
        <pc:spChg chg="mod">
          <ac:chgData name="Tomàs Silva" userId="4f1bfff8-29dd-4e57-b9fd-89bb4f405f87" providerId="ADAL" clId="{9219E22B-EB14-4E7F-9025-6E8EAE9E9B66}" dt="2025-11-18T21:40:33.758" v="1054" actId="1076"/>
          <ac:spMkLst>
            <pc:docMk/>
            <pc:sldMk cId="3581738528" sldId="350"/>
            <ac:spMk id="15" creationId="{26556E93-E7D3-8DB5-2985-A8C8BFDC298F}"/>
          </ac:spMkLst>
        </pc:spChg>
        <pc:spChg chg="add del">
          <ac:chgData name="Tomàs Silva" userId="4f1bfff8-29dd-4e57-b9fd-89bb4f405f87" providerId="ADAL" clId="{9219E22B-EB14-4E7F-9025-6E8EAE9E9B66}" dt="2025-11-18T21:38:13.917" v="1028" actId="22"/>
          <ac:spMkLst>
            <pc:docMk/>
            <pc:sldMk cId="3581738528" sldId="350"/>
            <ac:spMk id="16" creationId="{91B81EC3-17FD-75AB-D984-F4F4431225CB}"/>
          </ac:spMkLst>
        </pc:spChg>
        <pc:spChg chg="add mod">
          <ac:chgData name="Tomàs Silva" userId="4f1bfff8-29dd-4e57-b9fd-89bb4f405f87" providerId="ADAL" clId="{9219E22B-EB14-4E7F-9025-6E8EAE9E9B66}" dt="2025-11-18T21:40:54.293" v="1057" actId="1076"/>
          <ac:spMkLst>
            <pc:docMk/>
            <pc:sldMk cId="3581738528" sldId="350"/>
            <ac:spMk id="21" creationId="{7B5F8A00-FEC4-40FE-14CF-1EEC1A19A468}"/>
          </ac:spMkLst>
        </pc:spChg>
        <pc:picChg chg="del">
          <ac:chgData name="Tomàs Silva" userId="4f1bfff8-29dd-4e57-b9fd-89bb4f405f87" providerId="ADAL" clId="{9219E22B-EB14-4E7F-9025-6E8EAE9E9B66}" dt="2025-11-18T21:37:34.745" v="997" actId="478"/>
          <ac:picMkLst>
            <pc:docMk/>
            <pc:sldMk cId="3581738528" sldId="350"/>
            <ac:picMk id="11" creationId="{90F16E46-AF9D-C780-1C81-192E27196EAE}"/>
          </ac:picMkLst>
        </pc:picChg>
        <pc:picChg chg="add mod">
          <ac:chgData name="Tomàs Silva" userId="4f1bfff8-29dd-4e57-b9fd-89bb4f405f87" providerId="ADAL" clId="{9219E22B-EB14-4E7F-9025-6E8EAE9E9B66}" dt="2025-11-18T21:39:38.280" v="1037" actId="1076"/>
          <ac:picMkLst>
            <pc:docMk/>
            <pc:sldMk cId="3581738528" sldId="350"/>
            <ac:picMk id="18" creationId="{4A4617F8-BA99-9F2B-040E-B825D90D4358}"/>
          </ac:picMkLst>
        </pc:picChg>
        <pc:picChg chg="add mod">
          <ac:chgData name="Tomàs Silva" userId="4f1bfff8-29dd-4e57-b9fd-89bb4f405f87" providerId="ADAL" clId="{9219E22B-EB14-4E7F-9025-6E8EAE9E9B66}" dt="2025-11-18T21:39:44.070" v="1040" actId="1076"/>
          <ac:picMkLst>
            <pc:docMk/>
            <pc:sldMk cId="3581738528" sldId="350"/>
            <ac:picMk id="20" creationId="{7956EB65-D633-D399-CD8F-8AD3DFA63381}"/>
          </ac:picMkLst>
        </pc:picChg>
        <pc:cxnChg chg="del">
          <ac:chgData name="Tomàs Silva" userId="4f1bfff8-29dd-4e57-b9fd-89bb4f405f87" providerId="ADAL" clId="{9219E22B-EB14-4E7F-9025-6E8EAE9E9B66}" dt="2025-11-18T21:37:37.087" v="998" actId="478"/>
          <ac:cxnSpMkLst>
            <pc:docMk/>
            <pc:sldMk cId="3581738528" sldId="350"/>
            <ac:cxnSpMk id="12" creationId="{1EB73927-72A1-47C2-8E2D-C2BD326E4E31}"/>
          </ac:cxnSpMkLst>
        </pc:cxn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1275788524" sldId="351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1275788524" sldId="351"/>
            <ac:spMk id="2" creationId="{4CAE575B-92AB-6EC6-7768-B5905926E9D4}"/>
          </ac:spMkLst>
        </pc:spChg>
        <pc:spChg chg="add del mod">
          <ac:chgData name="Tomàs Silva" userId="4f1bfff8-29dd-4e57-b9fd-89bb4f405f87" providerId="ADAL" clId="{9219E22B-EB14-4E7F-9025-6E8EAE9E9B66}" dt="2025-11-18T21:43:48.290" v="1095"/>
          <ac:spMkLst>
            <pc:docMk/>
            <pc:sldMk cId="1275788524" sldId="351"/>
            <ac:spMk id="6" creationId="{BBBD0083-ABC8-6A97-B54C-8FF93BB90769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1275788524" sldId="351"/>
            <ac:spMk id="8" creationId="{6967E382-379E-461E-DC7B-A79B6F081A57}"/>
          </ac:spMkLst>
        </pc:spChg>
        <pc:spChg chg="add mod">
          <ac:chgData name="Tomàs Silva" userId="4f1bfff8-29dd-4e57-b9fd-89bb4f405f87" providerId="ADAL" clId="{9219E22B-EB14-4E7F-9025-6E8EAE9E9B66}" dt="2025-11-18T21:43:47.892" v="1093" actId="14100"/>
          <ac:spMkLst>
            <pc:docMk/>
            <pc:sldMk cId="1275788524" sldId="351"/>
            <ac:spMk id="11" creationId="{133C7310-E93D-5171-C667-A66C14075DB1}"/>
          </ac:spMkLst>
        </pc:spChg>
        <pc:spChg chg="add mod">
          <ac:chgData name="Tomàs Silva" userId="4f1bfff8-29dd-4e57-b9fd-89bb4f405f87" providerId="ADAL" clId="{9219E22B-EB14-4E7F-9025-6E8EAE9E9B66}" dt="2025-11-18T22:02:31.165" v="1168" actId="1076"/>
          <ac:spMkLst>
            <pc:docMk/>
            <pc:sldMk cId="1275788524" sldId="351"/>
            <ac:spMk id="14" creationId="{78794705-2D0F-F0DB-8DF5-40EA03C3896B}"/>
          </ac:spMkLst>
        </pc:spChg>
        <pc:spChg chg="del">
          <ac:chgData name="Tomàs Silva" userId="4f1bfff8-29dd-4e57-b9fd-89bb4f405f87" providerId="ADAL" clId="{9219E22B-EB14-4E7F-9025-6E8EAE9E9B66}" dt="2025-11-18T21:52:25.053" v="1105" actId="478"/>
          <ac:spMkLst>
            <pc:docMk/>
            <pc:sldMk cId="1275788524" sldId="351"/>
            <ac:spMk id="15" creationId="{9D9D87E6-2B39-FFB8-46DA-2990B0460FF4}"/>
          </ac:spMkLst>
        </pc:spChg>
        <pc:spChg chg="add mod">
          <ac:chgData name="Tomàs Silva" userId="4f1bfff8-29dd-4e57-b9fd-89bb4f405f87" providerId="ADAL" clId="{9219E22B-EB14-4E7F-9025-6E8EAE9E9B66}" dt="2025-11-18T22:03:54.217" v="1356" actId="20577"/>
          <ac:spMkLst>
            <pc:docMk/>
            <pc:sldMk cId="1275788524" sldId="351"/>
            <ac:spMk id="16" creationId="{26D7B787-4D12-B0F8-E20C-AA626052C4C5}"/>
          </ac:spMkLst>
        </pc:spChg>
        <pc:spChg chg="del">
          <ac:chgData name="Tomàs Silva" userId="4f1bfff8-29dd-4e57-b9fd-89bb4f405f87" providerId="ADAL" clId="{9219E22B-EB14-4E7F-9025-6E8EAE9E9B66}" dt="2025-11-18T21:43:15.420" v="1083" actId="478"/>
          <ac:spMkLst>
            <pc:docMk/>
            <pc:sldMk cId="1275788524" sldId="351"/>
            <ac:spMk id="21" creationId="{AFFB7EB9-5425-240E-C0B3-D59706CCB7CC}"/>
          </ac:spMkLst>
        </pc:spChg>
        <pc:spChg chg="mod">
          <ac:chgData name="Tomàs Silva" userId="4f1bfff8-29dd-4e57-b9fd-89bb4f405f87" providerId="ADAL" clId="{9219E22B-EB14-4E7F-9025-6E8EAE9E9B66}" dt="2025-11-18T21:43:00.536" v="1080" actId="20577"/>
          <ac:spMkLst>
            <pc:docMk/>
            <pc:sldMk cId="1275788524" sldId="351"/>
            <ac:spMk id="9229" creationId="{B5EDCF00-AB9C-2237-758D-E5A3EB8DCCC9}"/>
          </ac:spMkLst>
        </pc:spChg>
        <pc:picChg chg="add mod">
          <ac:chgData name="Tomàs Silva" userId="4f1bfff8-29dd-4e57-b9fd-89bb4f405f87" providerId="ADAL" clId="{9219E22B-EB14-4E7F-9025-6E8EAE9E9B66}" dt="2025-11-18T21:52:18.488" v="1104" actId="1076"/>
          <ac:picMkLst>
            <pc:docMk/>
            <pc:sldMk cId="1275788524" sldId="351"/>
            <ac:picMk id="6" creationId="{99C9229D-9DFA-916B-FAE3-9B8D678F4760}"/>
          </ac:picMkLst>
        </pc:picChg>
        <pc:picChg chg="add mod">
          <ac:chgData name="Tomàs Silva" userId="4f1bfff8-29dd-4e57-b9fd-89bb4f405f87" providerId="ADAL" clId="{9219E22B-EB14-4E7F-9025-6E8EAE9E9B66}" dt="2025-11-18T22:01:48.349" v="1109" actId="1076"/>
          <ac:picMkLst>
            <pc:docMk/>
            <pc:sldMk cId="1275788524" sldId="351"/>
            <ac:picMk id="12" creationId="{47B40B9B-F76A-7128-16F4-E734491E034A}"/>
          </ac:picMkLst>
        </pc:picChg>
        <pc:picChg chg="del">
          <ac:chgData name="Tomàs Silva" userId="4f1bfff8-29dd-4e57-b9fd-89bb4f405f87" providerId="ADAL" clId="{9219E22B-EB14-4E7F-9025-6E8EAE9E9B66}" dt="2025-11-18T21:43:13.496" v="1081" actId="478"/>
          <ac:picMkLst>
            <pc:docMk/>
            <pc:sldMk cId="1275788524" sldId="351"/>
            <ac:picMk id="18" creationId="{F76A1483-3C05-6D7A-9C0C-DD88446F63FC}"/>
          </ac:picMkLst>
        </pc:picChg>
        <pc:picChg chg="del">
          <ac:chgData name="Tomàs Silva" userId="4f1bfff8-29dd-4e57-b9fd-89bb4f405f87" providerId="ADAL" clId="{9219E22B-EB14-4E7F-9025-6E8EAE9E9B66}" dt="2025-11-18T21:43:14.346" v="1082" actId="478"/>
          <ac:picMkLst>
            <pc:docMk/>
            <pc:sldMk cId="1275788524" sldId="351"/>
            <ac:picMk id="20" creationId="{1F45B0DC-8F3F-E103-6C0D-33264A0EB124}"/>
          </ac:picMkLst>
        </pc:picChg>
      </pc:sldChg>
      <pc:sldChg chg="addSp delSp modSp add mod">
        <pc:chgData name="Tomàs Silva" userId="4f1bfff8-29dd-4e57-b9fd-89bb4f405f87" providerId="ADAL" clId="{9219E22B-EB14-4E7F-9025-6E8EAE9E9B66}" dt="2025-11-18T22:41:12.509" v="1918"/>
        <pc:sldMkLst>
          <pc:docMk/>
          <pc:sldMk cId="791305112" sldId="352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791305112" sldId="352"/>
            <ac:spMk id="2" creationId="{2FB81BFD-A0D6-ECD2-992A-B48571B7D354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791305112" sldId="352"/>
            <ac:spMk id="8" creationId="{6C420476-BA19-77FE-1834-0D05C4AED191}"/>
          </ac:spMkLst>
        </pc:spChg>
        <pc:spChg chg="del">
          <ac:chgData name="Tomàs Silva" userId="4f1bfff8-29dd-4e57-b9fd-89bb4f405f87" providerId="ADAL" clId="{9219E22B-EB14-4E7F-9025-6E8EAE9E9B66}" dt="2025-11-18T22:15:37.059" v="1362" actId="478"/>
          <ac:spMkLst>
            <pc:docMk/>
            <pc:sldMk cId="791305112" sldId="352"/>
            <ac:spMk id="11" creationId="{549BD8B8-7B6C-95AA-07E4-024585B5BD65}"/>
          </ac:spMkLst>
        </pc:spChg>
        <pc:spChg chg="del">
          <ac:chgData name="Tomàs Silva" userId="4f1bfff8-29dd-4e57-b9fd-89bb4f405f87" providerId="ADAL" clId="{9219E22B-EB14-4E7F-9025-6E8EAE9E9B66}" dt="2025-11-18T22:15:33.276" v="1360" actId="478"/>
          <ac:spMkLst>
            <pc:docMk/>
            <pc:sldMk cId="791305112" sldId="352"/>
            <ac:spMk id="14" creationId="{7D56B320-0F0E-04DA-7859-6B00DDF97663}"/>
          </ac:spMkLst>
        </pc:spChg>
        <pc:spChg chg="mod">
          <ac:chgData name="Tomàs Silva" userId="4f1bfff8-29dd-4e57-b9fd-89bb4f405f87" providerId="ADAL" clId="{9219E22B-EB14-4E7F-9025-6E8EAE9E9B66}" dt="2025-11-18T22:17:49.295" v="1434" actId="1076"/>
          <ac:spMkLst>
            <pc:docMk/>
            <pc:sldMk cId="791305112" sldId="352"/>
            <ac:spMk id="16" creationId="{0FFCCDE5-EBEB-28EC-A570-F45E8CDB5655}"/>
          </ac:spMkLst>
        </pc:spChg>
        <pc:picChg chg="del">
          <ac:chgData name="Tomàs Silva" userId="4f1bfff8-29dd-4e57-b9fd-89bb4f405f87" providerId="ADAL" clId="{9219E22B-EB14-4E7F-9025-6E8EAE9E9B66}" dt="2025-11-18T22:15:32.203" v="1359" actId="478"/>
          <ac:picMkLst>
            <pc:docMk/>
            <pc:sldMk cId="791305112" sldId="352"/>
            <ac:picMk id="6" creationId="{EBED1599-E1E8-3953-FDBC-7C1DFF10DDE3}"/>
          </ac:picMkLst>
        </pc:picChg>
        <pc:picChg chg="add mod">
          <ac:chgData name="Tomàs Silva" userId="4f1bfff8-29dd-4e57-b9fd-89bb4f405f87" providerId="ADAL" clId="{9219E22B-EB14-4E7F-9025-6E8EAE9E9B66}" dt="2025-11-18T22:17:23.308" v="1365" actId="1076"/>
          <ac:picMkLst>
            <pc:docMk/>
            <pc:sldMk cId="791305112" sldId="352"/>
            <ac:picMk id="10" creationId="{D0CDBF1C-29D7-594E-5952-F7606282C539}"/>
          </ac:picMkLst>
        </pc:picChg>
        <pc:picChg chg="del">
          <ac:chgData name="Tomàs Silva" userId="4f1bfff8-29dd-4e57-b9fd-89bb4f405f87" providerId="ADAL" clId="{9219E22B-EB14-4E7F-9025-6E8EAE9E9B66}" dt="2025-11-18T22:15:31.444" v="1358" actId="478"/>
          <ac:picMkLst>
            <pc:docMk/>
            <pc:sldMk cId="791305112" sldId="352"/>
            <ac:picMk id="12" creationId="{9189B840-8D86-509F-FE37-B96CAC6A6DD3}"/>
          </ac:picMkLst>
        </pc:picChg>
      </pc:sldChg>
      <pc:sldChg chg="addSp delSp modSp add mod">
        <pc:chgData name="Tomàs Silva" userId="4f1bfff8-29dd-4e57-b9fd-89bb4f405f87" providerId="ADAL" clId="{9219E22B-EB14-4E7F-9025-6E8EAE9E9B66}" dt="2025-11-18T22:45:49.937" v="1921" actId="20577"/>
        <pc:sldMkLst>
          <pc:docMk/>
          <pc:sldMk cId="477020193" sldId="353"/>
        </pc:sldMkLst>
        <pc:spChg chg="mod">
          <ac:chgData name="Tomàs Silva" userId="4f1bfff8-29dd-4e57-b9fd-89bb4f405f87" providerId="ADAL" clId="{9219E22B-EB14-4E7F-9025-6E8EAE9E9B66}" dt="2025-11-18T22:41:12.509" v="1918"/>
          <ac:spMkLst>
            <pc:docMk/>
            <pc:sldMk cId="477020193" sldId="353"/>
            <ac:spMk id="2" creationId="{98AC7DF7-49D1-15BA-C744-888CF154BE34}"/>
          </ac:spMkLst>
        </pc:spChg>
        <pc:spChg chg="add mod">
          <ac:chgData name="Tomàs Silva" userId="4f1bfff8-29dd-4e57-b9fd-89bb4f405f87" providerId="ADAL" clId="{9219E22B-EB14-4E7F-9025-6E8EAE9E9B66}" dt="2025-11-18T22:27:16.406" v="1459" actId="1076"/>
          <ac:spMkLst>
            <pc:docMk/>
            <pc:sldMk cId="477020193" sldId="353"/>
            <ac:spMk id="6" creationId="{ACCD8A5A-8F25-B252-29FE-BDA3666C1115}"/>
          </ac:spMkLst>
        </pc:spChg>
        <pc:spChg chg="mod">
          <ac:chgData name="Tomàs Silva" userId="4f1bfff8-29dd-4e57-b9fd-89bb4f405f87" providerId="ADAL" clId="{9219E22B-EB14-4E7F-9025-6E8EAE9E9B66}" dt="2025-11-18T22:39:53.403" v="1878"/>
          <ac:spMkLst>
            <pc:docMk/>
            <pc:sldMk cId="477020193" sldId="353"/>
            <ac:spMk id="8" creationId="{746F879B-2D03-61E0-AF8F-29FEE6D116B7}"/>
          </ac:spMkLst>
        </pc:spChg>
        <pc:spChg chg="add mod">
          <ac:chgData name="Tomàs Silva" userId="4f1bfff8-29dd-4e57-b9fd-89bb4f405f87" providerId="ADAL" clId="{9219E22B-EB14-4E7F-9025-6E8EAE9E9B66}" dt="2025-11-18T22:45:49.937" v="1921" actId="20577"/>
          <ac:spMkLst>
            <pc:docMk/>
            <pc:sldMk cId="477020193" sldId="353"/>
            <ac:spMk id="15" creationId="{83F818D3-4C91-1D0C-12B8-7E81C6AB8A30}"/>
          </ac:spMkLst>
        </pc:spChg>
        <pc:spChg chg="del">
          <ac:chgData name="Tomàs Silva" userId="4f1bfff8-29dd-4e57-b9fd-89bb4f405f87" providerId="ADAL" clId="{9219E22B-EB14-4E7F-9025-6E8EAE9E9B66}" dt="2025-11-18T22:25:44.857" v="1450" actId="478"/>
          <ac:spMkLst>
            <pc:docMk/>
            <pc:sldMk cId="477020193" sldId="353"/>
            <ac:spMk id="16" creationId="{4855F3B7-7989-AE47-2BA2-6F52861BBC29}"/>
          </ac:spMkLst>
        </pc:spChg>
        <pc:spChg chg="mod">
          <ac:chgData name="Tomàs Silva" userId="4f1bfff8-29dd-4e57-b9fd-89bb4f405f87" providerId="ADAL" clId="{9219E22B-EB14-4E7F-9025-6E8EAE9E9B66}" dt="2025-11-18T22:22:34.333" v="1448" actId="20577"/>
          <ac:spMkLst>
            <pc:docMk/>
            <pc:sldMk cId="477020193" sldId="353"/>
            <ac:spMk id="9229" creationId="{3DC4E435-E1F3-5D1A-B6B9-9FDEB1007D27}"/>
          </ac:spMkLst>
        </pc:spChg>
        <pc:picChg chg="del">
          <ac:chgData name="Tomàs Silva" userId="4f1bfff8-29dd-4e57-b9fd-89bb4f405f87" providerId="ADAL" clId="{9219E22B-EB14-4E7F-9025-6E8EAE9E9B66}" dt="2025-11-18T22:25:41.907" v="1449" actId="478"/>
          <ac:picMkLst>
            <pc:docMk/>
            <pc:sldMk cId="477020193" sldId="353"/>
            <ac:picMk id="10" creationId="{6B0FF8B9-BB4C-90C1-3A5D-A448F86DC9BF}"/>
          </ac:picMkLst>
        </pc:picChg>
        <pc:picChg chg="add mod">
          <ac:chgData name="Tomàs Silva" userId="4f1bfff8-29dd-4e57-b9fd-89bb4f405f87" providerId="ADAL" clId="{9219E22B-EB14-4E7F-9025-6E8EAE9E9B66}" dt="2025-11-18T22:27:58.608" v="1465" actId="1076"/>
          <ac:picMkLst>
            <pc:docMk/>
            <pc:sldMk cId="477020193" sldId="353"/>
            <ac:picMk id="12" creationId="{373A775E-0E99-1B96-7E56-545426F44E4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18/11/2025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18/11/2025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0A77-8059-90A2-5417-A7E7D272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49EC7F2-3E74-8A3B-63C8-C392B30B8D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380C41E-052A-419E-2D5D-FAB1C7A66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2C3DB1A-959E-8F85-401E-16C815F66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65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0B1B-5B28-A783-27D9-CC10042F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AE7FE9F-C936-5BF4-F66E-1D83D7927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2AD2C86-7637-B44F-33C4-6040577EB5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43E58C1-CACF-94D8-59F8-32EA0986D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84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4C70-1BFF-19CA-7FDF-B185532E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4108584-B0AB-2324-0A48-4A4AFBB43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45FC26B-42DB-03E2-921E-41E3FBD0D1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FF15A42-674E-843C-C064-F0C30EEDA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31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9CC9-641D-2FED-8B26-8D3DD5BB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EC57959-7F70-99D5-7EA1-148010BF35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8EB687-71AC-8362-1616-AF5D92D188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00EA502-2EB6-AF3E-6829-D3F0160A1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559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EC4D-CF86-64C1-92F2-F3547BFC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34CE381-3ED4-618A-390A-1FB12BF596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0E5260D-4E13-3680-EEBC-C4BBD0087B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F88287C-1C84-C849-7D7E-FCE8EB846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762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CCB2-1D5E-E4E2-6317-F920C520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DF9943E-352F-17A3-1FD6-4644590A8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81CEF59-F345-1EA4-58EB-1261FD994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6BAED0-DF19-4843-EB67-F7CE4EF00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286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CCC3-93EE-9FE4-E8E9-BCCFE71B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069AA10-730E-4565-8457-B686F3D24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F11A0D7-97E3-1972-B422-FCE8DD0D1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D62C9FA-9F27-9560-39CA-C64C7C342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EA39-15CA-91CE-8683-1148C938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B2D43F2-8830-CE2B-9D12-13606C2203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573C32-BF9E-684A-95C7-65F87852CB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74189C1-F029-692A-0548-B2CEEE1DA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331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C8C3-DB99-759A-A86D-E5FFCCB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5B220F2-30C7-9413-09FD-CB8FCB7559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3E0A43C-DAF1-841C-351E-4AD9F0E1B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FD3C08C-5963-92A8-5C8D-14C2C3C56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583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906E-728F-AACB-CF65-D8A532D5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7F75C42-9291-517E-279B-3205CE319E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A84A804-C2E8-6763-B56A-6AC98C23E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48267ED-8BAB-54F2-D7A4-2B75E251B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0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7ED3-7ECF-27B2-4A02-6ACAE64E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2732257-215A-7C30-407B-B241286D30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1DF5C16-6EF4-004C-3737-BC4795D79E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8D60AD4-F6F6-6E63-D533-AF40E35E4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38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ED78-2AA8-596A-B641-135074FC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4D73106-48FE-7A2E-1D35-2C15A696E5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02BA32F-7DCE-5E85-B75F-3B6023C03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3E69E61-31DF-A04E-35FE-35337F1B7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95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35A8-1411-A468-FBA3-DF935629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93F75F2-0B45-8018-F94E-09B43C2E65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82316D-F677-8A34-5F99-439406F263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EC79158-39F4-58EA-7E80-05FADAAF7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347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5276-E3E5-8DD3-D29A-7AC3E8D3B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335BC2E-CB58-2A24-889C-37E1BD592E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49E4FCC-ED55-9815-11D3-21BCE01F2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F82F4E4-D589-1717-4E11-C2751D418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950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8CC4-1A0D-2CDB-5810-8D16C041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A1127DB-FA2E-983D-5A5B-5D1454865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D25BF7B-B463-F6FC-AF18-40AAB80307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20621D4-6A48-1555-8D70-770D67B2D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14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E12D-0EA5-D33F-9407-A2C148CE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669C9CF-C125-4F64-6ED6-9B3D79524C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A4B13AF-D297-A54D-B84B-7D9574B86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2E19E10-E2FB-CFB7-5057-CC8318868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43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34F7-6A02-903E-3433-B0E4DC80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C89B081-3974-920F-C7A6-9A211833D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5BCC85A-BFD2-3C5D-5A85-73FC212663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E8AF522-3B43-663A-C2BD-B854C3498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235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AE3-17E2-DB4F-AE13-C9724D2F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5B04FA9-1CE9-7461-8BF2-6D4A30123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B429C1E-9930-5315-2D6D-116AA166B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95E24E0-0AFA-A9D0-8D59-D58974DC0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742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65F7-E9CC-307E-EBD5-2410CAD6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177EC08-8A6D-8F62-92DA-567C68209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A760C21-25E6-DC84-03AA-6DC66DEB01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F199E48-E975-6AE6-83F0-6B8ECD8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68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EE72-195B-DC96-848E-9A4B1E02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7C15FB8-5723-F29C-3E95-A59DC3A999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3CF5385-5DDE-4C4F-7921-6C9FA3439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D487547-6FA3-3A6D-240C-991C0A6B2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121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BEE7-9DA8-420B-3872-E7D2FAC6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9AF86F4-99BE-5E72-5744-A56143C8E6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B220F9A-217B-854D-414A-37B1750FB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FD84596-C2BB-FECC-D719-CC690A9C8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915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F2ED-E20D-D4DC-F690-79DCEE70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642FF04-BAF4-AAE8-D573-F37AD32BC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6616592-F079-2D9A-F597-64CEB8B9D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57253FB-7AD9-E202-2B0F-D4F56EC80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813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09E8-73E5-DDE4-D5E0-178E55FF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138FDE3-D7F0-C7E3-AFC9-5E302E454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7A86B1A-13E7-5E86-F756-0452438488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2CBFDF8-5C95-6A08-1FA8-4E10B0A5C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561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457F-7CD2-46EE-6AB6-21235832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12DB9C9-C46D-4CA8-2277-328CADD97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2E88993-9A58-63F0-73CD-9DDD1FF01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6C19DA8-1006-1BF6-6403-A47BF8D0E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153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openai.com/chatg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hyperlink" Target="http://localhost:8080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kaggle.com/datasets/willianoliveiragibin/ev-sales-2010-2024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youtu.be/DQdB7wFEygo?si=Pt1KKqp-egdXbuzk" TargetMode="External"/><Relationship Id="rId4" Type="http://schemas.openxmlformats.org/officeDocument/2006/relationships/hyperlink" Target="https://chat.openai.com/" TargetMode="External"/><Relationship Id="rId9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13" y="0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50489" y="2524340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1939" y="3866599"/>
            <a:ext cx="5143500" cy="4047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Exploração de Dados com XML, </a:t>
            </a:r>
            <a:r>
              <a:rPr lang="pt-PT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Docker e Base de Dados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>
                <a:solidFill>
                  <a:schemeClr val="bg1"/>
                </a:solidFill>
                <a:latin typeface="Arial"/>
                <a:ea typeface="Arial" charset="0"/>
                <a:cs typeface="Arial"/>
              </a:rPr>
              <a:t>N.º31373 – Tomás Silva</a:t>
            </a:r>
          </a:p>
          <a:p>
            <a:pPr algn="l"/>
            <a:r>
              <a:rPr lang="pt-PT" sz="1100">
                <a:solidFill>
                  <a:schemeClr val="bg1"/>
                </a:solidFill>
                <a:latin typeface="Arial"/>
                <a:ea typeface="Arial" charset="0"/>
                <a:cs typeface="Arial"/>
              </a:rPr>
              <a:t>N.º31425 – Simão Ferreira</a:t>
            </a:r>
          </a:p>
          <a:p>
            <a:pPr algn="l"/>
            <a:endParaRPr lang="pt-PT" sz="11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83087" y="5630580"/>
            <a:ext cx="4159373" cy="57143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00">
                <a:solidFill>
                  <a:schemeClr val="bg1"/>
                </a:solidFill>
                <a:latin typeface="Arial"/>
                <a:ea typeface="Arial" charset="0"/>
                <a:cs typeface="Arial"/>
              </a:rPr>
              <a:t>Professor Doutor Jorge Ribeiro , Professor Doutor Jackson Júnior</a:t>
            </a:r>
            <a:endParaRPr lang="pt-PT" sz="1000">
              <a:solidFill>
                <a:schemeClr val="bg1"/>
              </a:solidFill>
              <a:latin typeface="Arial"/>
              <a:ea typeface="Arial" charset="0"/>
              <a:cs typeface="Arial" charset="0"/>
            </a:endParaRPr>
          </a:p>
          <a:p>
            <a:pPr algn="l"/>
            <a:endParaRPr lang="pt-PT" sz="105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2384394" y="1251782"/>
            <a:ext cx="926671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1800" b="1" u="sng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Licenciatura em ENGENHARIA INFORMÁTICA </a:t>
            </a:r>
            <a:endParaRPr lang="pt-PT" b="1" cap="all">
              <a:solidFill>
                <a:srgbClr val="FFFF0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2240132" y="3156613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/>
                <a:ea typeface="Arial" charset="0"/>
                <a:cs typeface="Arial"/>
              </a:rPr>
              <a:t>Trabalho Prático 2 - B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1EE26C-3838-7F9E-AA79-D4FB3FFB3060}"/>
              </a:ext>
            </a:extLst>
          </p:cNvPr>
          <p:cNvSpPr txBox="1"/>
          <p:nvPr/>
        </p:nvSpPr>
        <p:spPr>
          <a:xfrm>
            <a:off x="306388" y="1189669"/>
            <a:ext cx="4631436" cy="52634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 – </a:t>
            </a:r>
            <a:r>
              <a:rPr lang="pt-PT" sz="1400" b="1" dirty="0">
                <a:latin typeface="Arial"/>
                <a:cs typeface="Arial"/>
              </a:rPr>
              <a:t>Índice</a:t>
            </a:r>
            <a:br>
              <a:rPr lang="pt-PT" sz="1400" dirty="0">
                <a:latin typeface="Arial"/>
              </a:rPr>
            </a:br>
            <a:r>
              <a:rPr lang="pt-PT" sz="1400" dirty="0">
                <a:latin typeface="Arial"/>
                <a:cs typeface="Arial"/>
              </a:rPr>
              <a:t>2 – </a:t>
            </a:r>
            <a:r>
              <a:rPr lang="pt-PT" sz="1400" b="1" dirty="0">
                <a:latin typeface="Arial"/>
                <a:cs typeface="Arial"/>
              </a:rPr>
              <a:t>Objetivos</a:t>
            </a:r>
            <a:endParaRPr lang="pt-PT" sz="14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</a:rPr>
              <a:t>3 – </a:t>
            </a:r>
            <a:r>
              <a:rPr lang="pt-PT" sz="1400" b="1" dirty="0">
                <a:latin typeface="Arial"/>
              </a:rPr>
              <a:t>CSV </a:t>
            </a:r>
            <a:r>
              <a:rPr lang="pt-PT" sz="1400" b="1" dirty="0" err="1">
                <a:latin typeface="Arial"/>
              </a:rPr>
              <a:t>vs</a:t>
            </a:r>
            <a:r>
              <a:rPr lang="pt-PT" sz="1400" b="1" dirty="0">
                <a:latin typeface="Arial"/>
              </a:rPr>
              <a:t> XML</a:t>
            </a:r>
            <a:br>
              <a:rPr lang="pt-PT" sz="1400" dirty="0">
                <a:latin typeface="Arial"/>
              </a:rPr>
            </a:br>
            <a:r>
              <a:rPr lang="pt-PT" sz="1400" dirty="0">
                <a:latin typeface="Arial"/>
                <a:cs typeface="Arial"/>
              </a:rPr>
              <a:t>4 – </a:t>
            </a:r>
            <a:r>
              <a:rPr lang="pt-PT" sz="1400" b="1" dirty="0">
                <a:latin typeface="Arial"/>
                <a:cs typeface="Arial"/>
              </a:rPr>
              <a:t>Ficheiro CSV</a:t>
            </a:r>
            <a:br>
              <a:rPr lang="pt-PT" sz="1400" dirty="0">
                <a:latin typeface="Arial"/>
              </a:rPr>
            </a:br>
            <a:r>
              <a:rPr lang="pt-PT" sz="1400" dirty="0">
                <a:latin typeface="Arial"/>
                <a:cs typeface="Arial"/>
              </a:rPr>
              <a:t>5 – </a:t>
            </a:r>
            <a:r>
              <a:rPr lang="pt-PT" sz="1400" b="1" dirty="0">
                <a:latin typeface="Arial"/>
                <a:cs typeface="Arial"/>
              </a:rPr>
              <a:t>Conversão de CSV para XML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6</a:t>
            </a:r>
            <a:r>
              <a:rPr lang="pt-PT" sz="1400" b="1" dirty="0">
                <a:latin typeface="Arial"/>
                <a:cs typeface="Arial"/>
              </a:rPr>
              <a:t> </a:t>
            </a:r>
            <a:r>
              <a:rPr lang="pt-PT" sz="1400" dirty="0">
                <a:latin typeface="Arial"/>
                <a:cs typeface="Arial"/>
              </a:rPr>
              <a:t>–</a:t>
            </a:r>
            <a:r>
              <a:rPr lang="pt-PT" sz="1400" b="1" dirty="0">
                <a:latin typeface="Arial"/>
                <a:cs typeface="Arial"/>
              </a:rPr>
              <a:t> Ficheiro XML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7 – </a:t>
            </a:r>
            <a:r>
              <a:rPr lang="pt-PT" sz="1400" b="1" dirty="0">
                <a:latin typeface="Arial"/>
                <a:cs typeface="Arial"/>
              </a:rPr>
              <a:t>Criação do XML </a:t>
            </a:r>
            <a:r>
              <a:rPr lang="pt-PT" sz="1400" b="1" dirty="0" err="1">
                <a:latin typeface="Arial"/>
                <a:cs typeface="Arial"/>
              </a:rPr>
              <a:t>Schema</a:t>
            </a:r>
            <a:r>
              <a:rPr lang="pt-PT" sz="1400" b="1" dirty="0">
                <a:latin typeface="Arial"/>
                <a:cs typeface="Arial"/>
              </a:rPr>
              <a:t> (XSD)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8 – </a:t>
            </a:r>
            <a:r>
              <a:rPr lang="pt-PT" sz="1400" b="1" dirty="0">
                <a:latin typeface="Arial"/>
                <a:cs typeface="Arial"/>
              </a:rPr>
              <a:t>Validação do XML com XSD em </a:t>
            </a:r>
            <a:r>
              <a:rPr lang="pt-PT" sz="1400" b="1" dirty="0" err="1">
                <a:latin typeface="Arial"/>
                <a:cs typeface="Arial"/>
              </a:rPr>
              <a:t>Python</a:t>
            </a:r>
            <a:endParaRPr lang="pt-PT" sz="1400" b="1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9 – </a:t>
            </a:r>
            <a:r>
              <a:rPr lang="pt-PT" sz="1400" b="1" dirty="0">
                <a:latin typeface="Arial"/>
                <a:cs typeface="Arial"/>
              </a:rPr>
              <a:t>Filtrar o XML com </a:t>
            </a:r>
            <a:r>
              <a:rPr lang="pt-PT" sz="1400" b="1" dirty="0" err="1">
                <a:latin typeface="Arial"/>
                <a:cs typeface="Arial"/>
              </a:rPr>
              <a:t>Xpath</a:t>
            </a:r>
            <a:endParaRPr lang="pt-PT" sz="1400" b="1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10 – </a:t>
            </a:r>
            <a:r>
              <a:rPr lang="pt-PT" sz="1400" b="1" dirty="0">
                <a:latin typeface="Arial"/>
                <a:cs typeface="Arial"/>
              </a:rPr>
              <a:t>Consulta Remota de Dados com </a:t>
            </a:r>
            <a:r>
              <a:rPr lang="pt-PT" sz="1400" b="1" dirty="0" err="1">
                <a:latin typeface="Arial"/>
                <a:cs typeface="Arial"/>
              </a:rPr>
              <a:t>gRPC</a:t>
            </a:r>
            <a:endParaRPr lang="pt-PT" sz="1400" b="1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11 – </a:t>
            </a:r>
            <a:r>
              <a:rPr lang="pt-PT" sz="1400" b="1" dirty="0">
                <a:latin typeface="Arial"/>
                <a:cs typeface="Arial"/>
              </a:rPr>
              <a:t>Gestão de Dados com </a:t>
            </a:r>
            <a:r>
              <a:rPr lang="pt-PT" sz="1400" b="1" dirty="0" err="1">
                <a:latin typeface="Arial"/>
                <a:cs typeface="Arial"/>
              </a:rPr>
              <a:t>Postgres</a:t>
            </a:r>
            <a:endParaRPr lang="pt-PT" sz="1400" b="1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12 – </a:t>
            </a:r>
            <a:r>
              <a:rPr lang="pt-PT" sz="1400" b="1" dirty="0">
                <a:latin typeface="Arial"/>
                <a:cs typeface="Arial"/>
              </a:rPr>
              <a:t>Utilização do Docker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13 – </a:t>
            </a:r>
            <a:r>
              <a:rPr lang="pt-PT" sz="1400" b="1" dirty="0">
                <a:latin typeface="Arial"/>
                <a:cs typeface="Arial"/>
              </a:rPr>
              <a:t>Entrar na Base de Dados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14 - </a:t>
            </a:r>
            <a:r>
              <a:rPr lang="pt-PT" sz="1400" b="1" dirty="0">
                <a:latin typeface="Arial"/>
                <a:cs typeface="Arial"/>
              </a:rPr>
              <a:t>Execução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/>
                <a:cs typeface="Arial"/>
              </a:rPr>
              <a:t>10 – </a:t>
            </a:r>
            <a:r>
              <a:rPr lang="pt-PT" sz="1400" b="1" dirty="0">
                <a:latin typeface="Arial"/>
                <a:cs typeface="Arial"/>
              </a:rPr>
              <a:t>Conclusão</a:t>
            </a:r>
            <a:br>
              <a:rPr lang="pt-PT" sz="1400" dirty="0">
                <a:latin typeface="Arial"/>
              </a:rPr>
            </a:br>
            <a:r>
              <a:rPr lang="pt-PT" sz="1400" dirty="0">
                <a:latin typeface="Arial"/>
                <a:cs typeface="Arial"/>
              </a:rPr>
              <a:t>11 – </a:t>
            </a:r>
            <a:r>
              <a:rPr lang="pt-PT" sz="1400" b="1" dirty="0">
                <a:latin typeface="Arial"/>
                <a:cs typeface="Arial"/>
              </a:rPr>
              <a:t>Bibliografia / R</a:t>
            </a:r>
            <a:r>
              <a:rPr lang="pt-PT" sz="1600" b="1" dirty="0">
                <a:latin typeface="Arial"/>
                <a:cs typeface="Arial"/>
              </a:rPr>
              <a:t>eferências</a:t>
            </a:r>
            <a:endParaRPr lang="pt-PT"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6C08-CC20-C4A1-75FE-D6F20C67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065C3B6-6E5A-B854-05E8-BE8F5E3F6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61CFFBD-FEBB-B650-C32F-DA437A5A3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CCAE5ED-4935-991E-948D-7EC2A905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</a:t>
            </a:r>
            <a:endParaRPr lang="pt-PT" sz="2000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303FD1D-DA2F-BD0C-8092-824B5F8A2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C477B2-3967-B5C2-5D69-14F2FD99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5046781-309E-086B-A04E-E740174D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ABFB9A3-80AE-27AB-DA60-8C235AFBF4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AD7C151-1829-F92B-6CA8-F6F10D85BC8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4ADB30-16F2-2DC5-997A-AD84006867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F79A80-1DDA-A785-F95E-C0E82EE4A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09" y="1088287"/>
            <a:ext cx="8794423" cy="505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550" dirty="0">
                <a:latin typeface="Arial"/>
                <a:ea typeface="+mn-lt"/>
                <a:cs typeface="+mn-lt"/>
              </a:rPr>
              <a:t>Para este trabalho, os objetivos são: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550" dirty="0">
                <a:latin typeface="Arial"/>
                <a:cs typeface="Arial"/>
              </a:rPr>
              <a:t>Compreender a estrutura e a utilidade dos ficheiros XML na representação e troca de dados.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550" dirty="0">
                <a:latin typeface="Arial"/>
                <a:cs typeface="Arial"/>
              </a:rPr>
              <a:t>Criar um ficheiro XML a partir do ficheiro CSV de vendas fornecido, assegurando que cada campo do CSV corresponde corretamente a um elemento no XML, segundo a estrutura definida.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550" dirty="0">
                <a:latin typeface="Arial"/>
                <a:cs typeface="Arial"/>
              </a:rPr>
              <a:t>Desenvolver um ficheiro XML </a:t>
            </a:r>
            <a:r>
              <a:rPr lang="pt-PT" altLang="pt-PT" sz="1550" dirty="0" err="1">
                <a:latin typeface="Arial"/>
                <a:cs typeface="Arial"/>
              </a:rPr>
              <a:t>Schema</a:t>
            </a:r>
            <a:r>
              <a:rPr lang="pt-PT" altLang="pt-PT" sz="1550" dirty="0">
                <a:latin typeface="Arial"/>
                <a:cs typeface="Arial"/>
              </a:rPr>
              <a:t> (XSD) apropriado para os dados, definindo e validando a estrutura e os tipos de dados usados no XML.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550" dirty="0">
                <a:latin typeface="Arial"/>
                <a:cs typeface="Arial"/>
              </a:rPr>
              <a:t>Explorar e extrair </a:t>
            </a:r>
            <a:r>
              <a:rPr lang="pt-PT" altLang="pt-PT" sz="1550" dirty="0" err="1">
                <a:latin typeface="Arial"/>
                <a:cs typeface="Arial"/>
              </a:rPr>
              <a:t>sub-conjuntos</a:t>
            </a:r>
            <a:r>
              <a:rPr lang="pt-PT" altLang="pt-PT" sz="1550" dirty="0">
                <a:latin typeface="Arial"/>
                <a:cs typeface="Arial"/>
              </a:rPr>
              <a:t> de dados do XML usando </a:t>
            </a:r>
            <a:r>
              <a:rPr lang="pt-PT" altLang="pt-PT" sz="1550" dirty="0" err="1">
                <a:latin typeface="Arial"/>
                <a:cs typeface="Arial"/>
              </a:rPr>
              <a:t>queries</a:t>
            </a:r>
            <a:r>
              <a:rPr lang="pt-PT" altLang="pt-PT" sz="1550" dirty="0">
                <a:latin typeface="Arial"/>
                <a:cs typeface="Arial"/>
              </a:rPr>
              <a:t> </a:t>
            </a:r>
            <a:r>
              <a:rPr lang="pt-PT" altLang="pt-PT" sz="1550" dirty="0" err="1">
                <a:latin typeface="Arial"/>
                <a:cs typeface="Arial"/>
              </a:rPr>
              <a:t>Xpath</a:t>
            </a:r>
            <a:r>
              <a:rPr lang="pt-PT" altLang="pt-PT" sz="1550" dirty="0">
                <a:latin typeface="Arial"/>
                <a:cs typeface="Arial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PT" sz="1550" dirty="0">
                <a:latin typeface="Arial"/>
                <a:cs typeface="Arial"/>
              </a:rPr>
              <a:t>Integrar o processamento de dados com Docker e </a:t>
            </a:r>
            <a:r>
              <a:rPr lang="pt-PT" altLang="pt-PT" sz="1550" dirty="0" err="1">
                <a:latin typeface="Arial"/>
                <a:cs typeface="Arial"/>
              </a:rPr>
              <a:t>gRPC</a:t>
            </a:r>
            <a:r>
              <a:rPr lang="pt-PT" altLang="pt-PT" sz="1550" dirty="0">
                <a:latin typeface="Arial"/>
                <a:cs typeface="Arial"/>
              </a:rPr>
              <a:t>, possibilitando a execução isolada de serviços como a base de dados </a:t>
            </a:r>
            <a:r>
              <a:rPr lang="pt-PT" altLang="pt-PT" sz="1550" dirty="0" err="1">
                <a:latin typeface="Arial"/>
                <a:cs typeface="Arial"/>
              </a:rPr>
              <a:t>PostgreSQL</a:t>
            </a:r>
            <a:r>
              <a:rPr lang="pt-PT" altLang="pt-PT" sz="1550" dirty="0">
                <a:latin typeface="Arial"/>
                <a:cs typeface="Arial"/>
              </a:rPr>
              <a:t>, o servidor </a:t>
            </a:r>
            <a:r>
              <a:rPr lang="pt-PT" altLang="pt-PT" sz="1550" dirty="0" err="1">
                <a:latin typeface="Arial"/>
                <a:cs typeface="Arial"/>
              </a:rPr>
              <a:t>gRPC</a:t>
            </a:r>
            <a:r>
              <a:rPr lang="pt-PT" altLang="pt-PT" sz="1550" dirty="0">
                <a:latin typeface="Arial"/>
                <a:cs typeface="Arial"/>
              </a:rPr>
              <a:t> e ferramentas de gestão, garantindo portabilidade e reprodutibilidade do ambiente.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PT" sz="1550" dirty="0">
              <a:latin typeface="Arial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pt-PT" sz="1550" dirty="0">
                <a:latin typeface="Arial"/>
                <a:ea typeface="+mn-lt"/>
                <a:cs typeface="+mn-lt"/>
              </a:rPr>
              <a:t>Este trabalho foi desenvolvido com base nas indicações fornecidas no enunciado da unidade curricular, com o apoio do </a:t>
            </a:r>
            <a:r>
              <a:rPr lang="pt-PT" sz="1550" dirty="0" err="1">
                <a:latin typeface="Arial"/>
                <a:ea typeface="+mn-lt"/>
                <a:cs typeface="+mn-lt"/>
              </a:rPr>
              <a:t>ChatGPT</a:t>
            </a:r>
            <a:r>
              <a:rPr lang="pt-PT" sz="1550" dirty="0">
                <a:latin typeface="Arial"/>
                <a:ea typeface="+mn-lt"/>
                <a:cs typeface="+mn-lt"/>
              </a:rPr>
              <a:t> (</a:t>
            </a:r>
            <a:r>
              <a:rPr lang="pt-PT" sz="1550" dirty="0">
                <a:latin typeface="Arial"/>
                <a:ea typeface="+mn-lt"/>
                <a:cs typeface="+mn-lt"/>
                <a:hlinkClick r:id="rId7"/>
              </a:rPr>
              <a:t>https://openai.com/chatgpt</a:t>
            </a:r>
            <a:r>
              <a:rPr lang="pt-PT" sz="1550" dirty="0">
                <a:latin typeface="Arial"/>
                <a:ea typeface="+mn-lt"/>
                <a:cs typeface="+mn-lt"/>
              </a:rPr>
              <a:t>).</a:t>
            </a:r>
            <a:endParaRPr lang="pt-PT" sz="1550" i="0" u="none" strike="noStrike" cap="none" normalizeH="0" baseline="0" dirty="0">
              <a:ln>
                <a:noFill/>
              </a:ln>
              <a:effectLst/>
              <a:latin typeface="Arial"/>
              <a:ea typeface="Calibri"/>
              <a:cs typeface="Calibri"/>
            </a:endParaRP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B17FE5D-56B6-9DB1-A7EF-7715138AF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A0EA4D9-AF9E-2C79-8FB7-319A8F78C5C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</p:spTree>
    <p:extLst>
      <p:ext uri="{BB962C8B-B14F-4D97-AF65-F5344CB8AC3E}">
        <p14:creationId xmlns:p14="http://schemas.microsoft.com/office/powerpoint/2010/main" val="353588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8232-5F54-1D67-E3A2-D41F8770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928FDE6-E425-72B4-E3DD-5D94266D7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221E672-6108-0535-D982-26B3AD34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A386F0C-F1F2-5329-43C6-ECD145736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CSV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vs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E97AB4B-9D65-9CDD-7476-10A7ADB85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81F315-320E-B0EB-219B-8518CF2ED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86A676B-8AFD-80B3-2DEC-9AFB36D35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31B933F-892D-0524-4C58-62F2AE076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AF4BB39-6F31-CDB4-2B62-3FEA1CC413C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85993C-54FF-713B-5015-5AA05D161D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AAA336-2ACE-64BD-4D86-5D1CD455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2" y="1157753"/>
            <a:ext cx="8794423" cy="226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Arial"/>
                <a:ea typeface="+mn-lt"/>
                <a:cs typeface="Arial"/>
              </a:rPr>
              <a:t>O CSV é um formato simples de texto para dados tabulares, fácil de usar e compatível com várias aplicações, mas limitado à estrutura básica de linhas e colunas. O XML é um formato estruturado e hierárquico que permite descrever dados complexos com etiquetas, atributos e regras definidas por um SCHEMA (XSD), garantindo maior controlo e validação. Enquanto o CSV é indicado para dados simples, o XML é mais adequado para representações detalhadas e troca de informações entre sistemas.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0C98EF3D-3083-274D-7271-3853ABF87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35B0D154-2DA2-E959-25A1-2CCFF9D287B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8" name="Picture 7" descr="XML to CSV – Dev Bay – front-end tips">
            <a:extLst>
              <a:ext uri="{FF2B5EF4-FFF2-40B4-BE49-F238E27FC236}">
                <a16:creationId xmlns:a16="http://schemas.microsoft.com/office/drawing/2014/main" id="{7198895A-98C8-4322-E354-9A2AF017F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1615" y="4597569"/>
            <a:ext cx="37147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6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9819-C81E-3534-C9E1-0DA987BB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D7D506B-89EE-EE02-3B89-EBF9F052D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17D136C-7603-AC4F-F4AF-D263CEECD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E650838-E135-58B4-AE43-697D6119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Ficheiro CSV</a:t>
            </a:r>
            <a:endParaRPr lang="pt-PT" sz="2000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3CF7057-F436-F68B-FAC7-499159B48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4DA471-0D9B-1B22-CF86-F9AB8F24F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0A16319-F0FE-0A5C-AF4E-F8F34C73A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D4DDFE1-A554-CBC0-3427-C78CFC5E92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149D2BD-76ED-2EDB-AB22-F6BDCD48F07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03134A-C50F-F83F-50E7-7C62F031AF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5" name="Text Box 21">
            <a:extLst>
              <a:ext uri="{FF2B5EF4-FFF2-40B4-BE49-F238E27FC236}">
                <a16:creationId xmlns:a16="http://schemas.microsoft.com/office/drawing/2014/main" id="{571F917D-63B8-CD63-CB65-87B0FA589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DC19318-019F-6676-ED3B-A7F7FF71E2E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F727FD-E711-DD37-177F-F9DC15127A90}"/>
              </a:ext>
            </a:extLst>
          </p:cNvPr>
          <p:cNvSpPr txBox="1"/>
          <p:nvPr/>
        </p:nvSpPr>
        <p:spPr>
          <a:xfrm>
            <a:off x="108708" y="1120422"/>
            <a:ext cx="8687175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ficheiro CSV utilizado neste trabalho foi disponibilizado pelo professor e obtido a partir de um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público do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sobre veículos elétricos, contendo milhares de registos. Cada linha representa uma métrica referente a veículos elétricos, com diferentes categorias, anos, países e tipos de motorização.</a:t>
            </a:r>
          </a:p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Na imagem apresentada está uma pequena amostra desse ficheiro, mas o original tem dimensões muito superiores. Esta estrutura padronizada, separada por vírgulas, permite automatizar processos de transformação, análise e integração dos dados em diversos sistemas. Foi este o ponto de partida para a conversão para XML, criação do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XSD e posterior validação e exploração dos dados ao longo do trabalho.</a:t>
            </a:r>
          </a:p>
          <a:p>
            <a:pPr algn="just">
              <a:buNone/>
            </a:pPr>
            <a:endParaRPr lang="pt-PT" sz="1600" dirty="0">
              <a:latin typeface="Arial"/>
              <a:ea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74C99F-F7B9-7B05-8B6A-F4C8DE2F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485" y="3429000"/>
            <a:ext cx="6509620" cy="294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2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EF8E-BA8F-AEF4-71CC-6CCFC5C3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E941574-5777-4F2E-11A1-830839E6D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5CD2626-D521-E263-1BA0-970EE58A5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4C29336-540B-289E-B95E-E4A886107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Conversão de CSV para 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AA601B5-210B-BF0B-7EA0-EF38141B6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358D9A-9A84-CEE2-9320-4EC672CE9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867DF5-191C-BD09-702C-4B5948F85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30DA5E-484B-D344-F93F-BFB58B1865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E6A3944-7FF9-B267-9844-E3325B2E8A1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AAF421-4473-32F1-6A90-850FB5C8A4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1" name="Text Box 21">
            <a:extLst>
              <a:ext uri="{FF2B5EF4-FFF2-40B4-BE49-F238E27FC236}">
                <a16:creationId xmlns:a16="http://schemas.microsoft.com/office/drawing/2014/main" id="{6A29F4B8-5AE5-2832-BA13-6A682CDF4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CF8FD7A9-133F-FBE0-D99E-75A4D3711FD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B89B6C5-6E79-F907-335C-A883DF5AAF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4" y="2557502"/>
            <a:ext cx="5477989" cy="174299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9F4E703-E7C5-56E5-83F5-A4196C0E4A0C}"/>
              </a:ext>
            </a:extLst>
          </p:cNvPr>
          <p:cNvSpPr/>
          <p:nvPr/>
        </p:nvSpPr>
        <p:spPr>
          <a:xfrm>
            <a:off x="333478" y="2559695"/>
            <a:ext cx="3495746" cy="572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AB8377E2-2F92-B202-0A7B-6D18524A8622}"/>
              </a:ext>
            </a:extLst>
          </p:cNvPr>
          <p:cNvCxnSpPr>
            <a:cxnSpLocks/>
          </p:cNvCxnSpPr>
          <p:nvPr/>
        </p:nvCxnSpPr>
        <p:spPr>
          <a:xfrm flipH="1" flipV="1">
            <a:off x="3895726" y="2845832"/>
            <a:ext cx="1866726" cy="68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1899FC1-82B1-F1CA-64C7-F584593E2D95}"/>
              </a:ext>
            </a:extLst>
          </p:cNvPr>
          <p:cNvSpPr txBox="1"/>
          <p:nvPr/>
        </p:nvSpPr>
        <p:spPr>
          <a:xfrm>
            <a:off x="5811467" y="2630585"/>
            <a:ext cx="3126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Dá </a:t>
            </a:r>
            <a:r>
              <a:rPr lang="pt-PT" sz="14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biblioteca necessária, lê o ficheiro CSV e carrega os dados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E3C26111-EE29-2941-E0B3-72E08DB5140F}"/>
              </a:ext>
            </a:extLst>
          </p:cNvPr>
          <p:cNvCxnSpPr>
            <a:cxnSpLocks/>
          </p:cNvCxnSpPr>
          <p:nvPr/>
        </p:nvCxnSpPr>
        <p:spPr>
          <a:xfrm flipH="1" flipV="1">
            <a:off x="5535613" y="3333734"/>
            <a:ext cx="226641" cy="556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31A614-6A27-966D-9A8A-CBB4C66996A7}"/>
              </a:ext>
            </a:extLst>
          </p:cNvPr>
          <p:cNvSpPr txBox="1"/>
          <p:nvPr/>
        </p:nvSpPr>
        <p:spPr>
          <a:xfrm>
            <a:off x="5770134" y="3265346"/>
            <a:ext cx="32087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Converte os dados do CSV para formato XML, criando o XML com a estrutura desejada.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0EDEF18-2D0B-0181-EDB1-01E89BCCC581}"/>
              </a:ext>
            </a:extLst>
          </p:cNvPr>
          <p:cNvSpPr/>
          <p:nvPr/>
        </p:nvSpPr>
        <p:spPr>
          <a:xfrm>
            <a:off x="409255" y="3581400"/>
            <a:ext cx="3921445" cy="453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16DB7843-EDAE-1B6B-5C86-56CFBDAEE475}"/>
              </a:ext>
            </a:extLst>
          </p:cNvPr>
          <p:cNvCxnSpPr>
            <a:cxnSpLocks/>
          </p:cNvCxnSpPr>
          <p:nvPr/>
        </p:nvCxnSpPr>
        <p:spPr>
          <a:xfrm flipH="1" flipV="1">
            <a:off x="4410076" y="3979829"/>
            <a:ext cx="1238857" cy="432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A7DC4B0-D8AC-5B33-34E8-1A79B1BB874C}"/>
              </a:ext>
            </a:extLst>
          </p:cNvPr>
          <p:cNvSpPr txBox="1"/>
          <p:nvPr/>
        </p:nvSpPr>
        <p:spPr>
          <a:xfrm>
            <a:off x="5811467" y="4195934"/>
            <a:ext cx="27182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Grava o XML gerado num novo ficheiro para uso posterior.</a:t>
            </a:r>
            <a:endParaRPr lang="pt-PT" sz="1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br>
              <a:rPr lang="pt-PT" dirty="0"/>
            </a:br>
            <a:endParaRPr lang="pt-PT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EEC2721-2EA4-FA3D-00B4-5D416C14AF6B}"/>
              </a:ext>
            </a:extLst>
          </p:cNvPr>
          <p:cNvSpPr txBox="1"/>
          <p:nvPr/>
        </p:nvSpPr>
        <p:spPr>
          <a:xfrm>
            <a:off x="146050" y="1155644"/>
            <a:ext cx="87915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conversão do ficheiro CSV para XML foi realizada com um pequeno script em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permitindo transformar os dados num formato mais flexível e compatível com validação e integração futura. O exemplo abaixo ilustra o processo automatizado utilizado.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1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7190-A4A2-B246-95AA-C5E5DD25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E85CEB0-2741-1D8B-E04C-B381F96AB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8D07AA2-4911-880F-5AE8-E37309907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C97D441-7D5D-0CA6-E0DF-D6885F591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Ficheiro 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F640B0F-22F1-8341-D188-30E49CBF0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F1048A-6F29-80E9-58CF-4F40CD386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6F6023-EB40-88A3-CE6D-AAFAA02B4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522D7C-3F95-C8B9-5C3E-9E7770E51C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C3BA5C6-B6A9-4EB2-BFFA-AC572915605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001A05-483F-5408-1AE7-0742AA273AA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1" name="Text Box 21">
            <a:extLst>
              <a:ext uri="{FF2B5EF4-FFF2-40B4-BE49-F238E27FC236}">
                <a16:creationId xmlns:a16="http://schemas.microsoft.com/office/drawing/2014/main" id="{829AE8B7-B172-8629-D126-7E88CC738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35DFB8F9-F4F5-647D-1237-E999AB34D5B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EB1629-4513-6575-4A50-9ABF0EEC3D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1" y="1283150"/>
            <a:ext cx="3718850" cy="4953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1C571DC-93E0-3177-5D44-B544D745063A}"/>
              </a:ext>
            </a:extLst>
          </p:cNvPr>
          <p:cNvSpPr txBox="1"/>
          <p:nvPr/>
        </p:nvSpPr>
        <p:spPr>
          <a:xfrm>
            <a:off x="4259154" y="2728598"/>
            <a:ext cx="46323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ficheiro XML mostrado representa apenas uma amostra dos dados convertidos do CSV original. Cada registo &lt;sale&gt; corresponde a uma métrica específica de vendas ou stock de veículos elétricos. No XML final, existem milhares de registos semelhantes, mas aqui foi apresentada apenas uma pequena secção para ilustrar a estrutura dos dados e facilitar a leitura.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8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A437-AE40-E382-0AFF-CD931A9F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27BB522-A094-4A1B-F25C-5C709972D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0AC1DFE-F692-3263-322A-F91C3804A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3BDA99F-1A63-4AF2-B93A-7E7BDF842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Criação do XML </a:t>
            </a:r>
            <a:r>
              <a:rPr lang="pt-PT" altLang="pt-PT" sz="2000" b="1" dirty="0" err="1">
                <a:latin typeface="Arial"/>
                <a:cs typeface="Arial"/>
              </a:rPr>
              <a:t>Schema</a:t>
            </a:r>
            <a:r>
              <a:rPr lang="pt-PT" altLang="pt-PT" sz="2000" b="1" dirty="0">
                <a:latin typeface="Arial"/>
                <a:cs typeface="Arial"/>
              </a:rPr>
              <a:t> (XSD)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F8CD2C8-3233-DF7D-BD3F-1D4819677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EE422B-7588-9FB9-4AAB-195B8B998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B652F5B-CD15-AEC0-B28F-57E24533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8CBCEFB-776C-B539-5543-A98B5C1257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50A03D1-A046-1608-FC95-F89021F39C2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567148-B4B9-3E18-1379-0233262449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338E638-3EB2-A39C-06D0-6F5499AC8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DB82DB8-A031-3BB1-3663-74242514F0C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8EBB38-4E69-B91C-3438-E20B11319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1848782"/>
            <a:ext cx="4572000" cy="316043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256454D-EA72-C887-D43A-BD05A83A93FC}"/>
              </a:ext>
            </a:extLst>
          </p:cNvPr>
          <p:cNvSpPr txBox="1"/>
          <p:nvPr/>
        </p:nvSpPr>
        <p:spPr>
          <a:xfrm>
            <a:off x="4857296" y="2767280"/>
            <a:ext cx="39385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XSD define as regras e a estrutura do XML gerado. Garante que todos os elementos têm nomes e tipos de dados corretos, facilitando a validação e integração dos dados. O XSD foi gerado com o apoio de AI.</a:t>
            </a:r>
          </a:p>
        </p:txBody>
      </p:sp>
    </p:spTree>
    <p:extLst>
      <p:ext uri="{BB962C8B-B14F-4D97-AF65-F5344CB8AC3E}">
        <p14:creationId xmlns:p14="http://schemas.microsoft.com/office/powerpoint/2010/main" val="31540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864F-0B6C-6658-1B82-9625F9CE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4C18A19-8F55-EDBA-3949-F8FFDCB4D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C16C8A3-8614-114E-830C-58666AB37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22F5392-9413-C282-1732-0BFC990FD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Validação do XML com XSD em </a:t>
            </a:r>
            <a:r>
              <a:rPr lang="pt-PT" altLang="pt-PT" sz="2000" b="1" dirty="0" err="1">
                <a:latin typeface="Arial"/>
                <a:cs typeface="Arial"/>
              </a:rPr>
              <a:t>Python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5CFC642-9F1C-09FC-EC8F-06211F2A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24A135-9604-2566-1281-B5EFC281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462FEDD-D151-A8E1-D19F-A763D439C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4D01450-D4E6-719D-CE51-B1647823A3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2BC3321-D4D0-C5F1-8DC0-382BBDE16FE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ED1350-946C-D8CA-49D5-39372F68C4A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DBAB4654-0FAB-9F48-F407-998A45B51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55DA557-F568-5559-2D12-ED0D2170B24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8A9AAF1-A667-79AE-BB25-0598E672DE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88" y="2122364"/>
            <a:ext cx="4508542" cy="261327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FE1CC4-0A34-0D03-97AA-7E9810C07754}"/>
              </a:ext>
            </a:extLst>
          </p:cNvPr>
          <p:cNvSpPr txBox="1"/>
          <p:nvPr/>
        </p:nvSpPr>
        <p:spPr>
          <a:xfrm>
            <a:off x="306388" y="1212498"/>
            <a:ext cx="8628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script verifica automaticamente se o ficheiro XML segue as regras do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XSD definido para o projeto.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E07D6D-2B30-0217-748F-498E10614941}"/>
              </a:ext>
            </a:extLst>
          </p:cNvPr>
          <p:cNvSpPr/>
          <p:nvPr/>
        </p:nvSpPr>
        <p:spPr>
          <a:xfrm>
            <a:off x="717550" y="2164148"/>
            <a:ext cx="2482850" cy="915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C15C672F-9941-5551-4D25-CCBBCE167739}"/>
              </a:ext>
            </a:extLst>
          </p:cNvPr>
          <p:cNvCxnSpPr>
            <a:cxnSpLocks/>
          </p:cNvCxnSpPr>
          <p:nvPr/>
        </p:nvCxnSpPr>
        <p:spPr>
          <a:xfrm flipH="1" flipV="1">
            <a:off x="3305990" y="2621948"/>
            <a:ext cx="1659710" cy="1333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E9998A4-9E19-A57B-C473-EDFE40A51912}"/>
              </a:ext>
            </a:extLst>
          </p:cNvPr>
          <p:cNvSpPr txBox="1"/>
          <p:nvPr/>
        </p:nvSpPr>
        <p:spPr>
          <a:xfrm>
            <a:off x="5192753" y="2341630"/>
            <a:ext cx="3603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 a biblioteca necessária e </a:t>
            </a:r>
            <a:r>
              <a:rPr lang="pt-PT" sz="14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ndica os nomes dos ficheiros a validar</a:t>
            </a:r>
            <a:r>
              <a:rPr lang="pt-PT" b="0" i="1" dirty="0">
                <a:effectLst/>
                <a:latin typeface="fkGroteskNeue"/>
              </a:rPr>
              <a:t>.</a:t>
            </a:r>
            <a:endParaRPr lang="pt-PT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05C432B-17E5-5081-9E00-DB0E63E270C4}"/>
              </a:ext>
            </a:extLst>
          </p:cNvPr>
          <p:cNvSpPr/>
          <p:nvPr/>
        </p:nvSpPr>
        <p:spPr>
          <a:xfrm>
            <a:off x="784084" y="3196104"/>
            <a:ext cx="3832366" cy="967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4429C172-9BDA-EB14-C18E-09363AC3AB2E}"/>
              </a:ext>
            </a:extLst>
          </p:cNvPr>
          <p:cNvCxnSpPr>
            <a:cxnSpLocks/>
          </p:cNvCxnSpPr>
          <p:nvPr/>
        </p:nvCxnSpPr>
        <p:spPr>
          <a:xfrm flipH="1" flipV="1">
            <a:off x="4685208" y="3684404"/>
            <a:ext cx="331292" cy="66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831CE3E-66B5-FB62-BEB5-708089C8E93A}"/>
              </a:ext>
            </a:extLst>
          </p:cNvPr>
          <p:cNvSpPr txBox="1"/>
          <p:nvPr/>
        </p:nvSpPr>
        <p:spPr>
          <a:xfrm>
            <a:off x="5192753" y="3580953"/>
            <a:ext cx="3603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Função que </a:t>
            </a:r>
            <a:r>
              <a:rPr lang="pt-PT" sz="1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ria o objeto </a:t>
            </a:r>
            <a:r>
              <a:rPr lang="pt-PT" sz="14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faz a validação do XML.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74835D3-4D63-944F-533D-DF37B3EF74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5723049"/>
            <a:ext cx="7112000" cy="38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43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5C19-F3B9-CBDE-6358-F64F96D0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5C61CD1-6B69-8CDC-DDE2-B9BF39021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74358BA-FB4C-AE5F-5557-41B246D83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20E00DE-FD86-2345-2D94-7A4C05CF4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Filtrar o XML com </a:t>
            </a:r>
            <a:r>
              <a:rPr lang="pt-PT" altLang="pt-PT" sz="2000" b="1" dirty="0" err="1">
                <a:latin typeface="Arial"/>
                <a:cs typeface="Arial"/>
              </a:rPr>
              <a:t>XPath</a:t>
            </a:r>
            <a:r>
              <a:rPr lang="pt-PT" altLang="pt-PT" sz="2000" b="1" dirty="0">
                <a:latin typeface="Arial"/>
                <a:cs typeface="Arial"/>
              </a:rPr>
              <a:t> (Exemplo1)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F6EE021-2FD6-BFB5-79D1-6B2F18389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49C0D9-907D-F0C1-C745-8423777C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B8DC0CE-455D-B31D-CC27-A5571F45E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695ED5B-5EC3-34A9-E46F-7FAF9D9CD1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3B16AD0-CDD1-112E-F192-0007F215D5D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065757-627D-C5D1-426E-AD347C6854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79321857-A47A-252B-B99E-DF36803F2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687654F-8844-F36B-4B24-E4F2E77792C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FDB61AF-332A-5E0D-B26B-41E9A95DD3F3}"/>
              </a:ext>
            </a:extLst>
          </p:cNvPr>
          <p:cNvSpPr txBox="1"/>
          <p:nvPr/>
        </p:nvSpPr>
        <p:spPr>
          <a:xfrm>
            <a:off x="5889515" y="3491044"/>
            <a:ext cx="3170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Seleciona rapidamente os elementos do país "</a:t>
            </a:r>
            <a:r>
              <a:rPr lang="pt-PT" sz="14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Austria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com </a:t>
            </a:r>
            <a:r>
              <a:rPr lang="pt-PT" sz="14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dirty="0"/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2788C384-7DB2-DE0C-E633-73E2DB60E365}"/>
              </a:ext>
            </a:extLst>
          </p:cNvPr>
          <p:cNvCxnSpPr>
            <a:cxnSpLocks/>
          </p:cNvCxnSpPr>
          <p:nvPr/>
        </p:nvCxnSpPr>
        <p:spPr>
          <a:xfrm flipH="1" flipV="1">
            <a:off x="5369967" y="3885092"/>
            <a:ext cx="331292" cy="66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F379D2E-2CBA-B2A6-E179-6D22E82D0FE2}"/>
              </a:ext>
            </a:extLst>
          </p:cNvPr>
          <p:cNvSpPr txBox="1"/>
          <p:nvPr/>
        </p:nvSpPr>
        <p:spPr>
          <a:xfrm>
            <a:off x="5899150" y="2699433"/>
            <a:ext cx="3603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Carrega o ficheiro XML para análise.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B22A9F9-3083-BD9C-B939-B2E0A28E44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2419119"/>
            <a:ext cx="5652040" cy="216324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79EFEAC7-903C-DEC9-C7D1-53E867E7A0EF}"/>
              </a:ext>
            </a:extLst>
          </p:cNvPr>
          <p:cNvSpPr txBox="1"/>
          <p:nvPr/>
        </p:nvSpPr>
        <p:spPr>
          <a:xfrm>
            <a:off x="222250" y="1202924"/>
            <a:ext cx="8788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Aqui mostra-se como filtrar diretamente o XML usando uma expressão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selecionar apenas os registos onde o país é "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Austria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93F0965-1FE5-82BB-7655-FFB9048F3565}"/>
              </a:ext>
            </a:extLst>
          </p:cNvPr>
          <p:cNvSpPr/>
          <p:nvPr/>
        </p:nvSpPr>
        <p:spPr>
          <a:xfrm>
            <a:off x="375773" y="2643817"/>
            <a:ext cx="3059578" cy="524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F634A427-240B-0F45-4CA4-0C93C2B65EC3}"/>
              </a:ext>
            </a:extLst>
          </p:cNvPr>
          <p:cNvCxnSpPr>
            <a:cxnSpLocks/>
          </p:cNvCxnSpPr>
          <p:nvPr/>
        </p:nvCxnSpPr>
        <p:spPr>
          <a:xfrm flipH="1">
            <a:off x="3499990" y="2864748"/>
            <a:ext cx="2399160" cy="41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E96C30E2-0634-E328-B820-1ED9217912DB}"/>
              </a:ext>
            </a:extLst>
          </p:cNvPr>
          <p:cNvSpPr/>
          <p:nvPr/>
        </p:nvSpPr>
        <p:spPr>
          <a:xfrm>
            <a:off x="375772" y="3393349"/>
            <a:ext cx="3262777" cy="524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F4B91439-B3F6-AFBC-2FAA-3AB9DA4B9D5B}"/>
              </a:ext>
            </a:extLst>
          </p:cNvPr>
          <p:cNvCxnSpPr>
            <a:cxnSpLocks/>
          </p:cNvCxnSpPr>
          <p:nvPr/>
        </p:nvCxnSpPr>
        <p:spPr>
          <a:xfrm flipH="1">
            <a:off x="3715890" y="3680105"/>
            <a:ext cx="21832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FF2D5273-7E2A-FC97-8031-E510D954F23E}"/>
              </a:ext>
            </a:extLst>
          </p:cNvPr>
          <p:cNvCxnSpPr>
            <a:cxnSpLocks/>
          </p:cNvCxnSpPr>
          <p:nvPr/>
        </p:nvCxnSpPr>
        <p:spPr>
          <a:xfrm flipH="1" flipV="1">
            <a:off x="5155729" y="4280127"/>
            <a:ext cx="733786" cy="3639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D7720E8-9770-437A-E44C-A895B7DAC5F2}"/>
              </a:ext>
            </a:extLst>
          </p:cNvPr>
          <p:cNvSpPr txBox="1"/>
          <p:nvPr/>
        </p:nvSpPr>
        <p:spPr>
          <a:xfrm>
            <a:off x="5226644" y="4707685"/>
            <a:ext cx="3784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Cria um novo XML só com os registos filtrados.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FE622C01-1996-9358-4345-886A723AE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775" y="5695288"/>
            <a:ext cx="6902450" cy="41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6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8531-8938-34FE-B676-B701FB55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C2A0A48-D15C-A466-24F3-AB378254A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B261AA4-E0A8-2EE1-3146-23DAA958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76E8601-C8CF-D659-74A0-8D4ACF4C1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XML Criado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07F7B9D-72C4-EA07-13FF-20A881A38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FB9968-450E-B888-0E9F-A9C49B9F4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31ABC1F-2419-521D-F768-808B0F2E0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274FD18-7E42-60BB-84D0-F3B6737FD1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BF6D2F3-3EA4-C18B-FE4A-6C285B19913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8D60DC-D748-36BD-6E02-BE11065944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CDEB6D8-4954-EE5B-B66C-1454B40D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1EF1049-5E3A-F2A5-660D-5767A146B9D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6A3B00-04F2-DFBA-5BE0-05FCE6350C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88" y="1303338"/>
            <a:ext cx="3689182" cy="49276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07C8B7-67E7-F37C-5B3E-7A10ADBA0A21}"/>
              </a:ext>
            </a:extLst>
          </p:cNvPr>
          <p:cNvSpPr txBox="1"/>
          <p:nvPr/>
        </p:nvSpPr>
        <p:spPr>
          <a:xfrm>
            <a:off x="4259154" y="3105418"/>
            <a:ext cx="4632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filtrar por "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Austria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foi utilizado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uma expressão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selecionar apenas os registos do XML cujo elemento &lt;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 tem o valor "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Austria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O resultado é um novo ficheiro XML apenas com os dados desse país.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56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2083-66D5-8F39-975B-D49598F8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150B498-A0F1-5422-2EDA-DCCCB6736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CA9DC4E-6F83-A22F-BFF5-EAA17EB1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EE2D6D9-07B9-8A7A-BFB2-327AA0A89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Filtrar o XML com </a:t>
            </a:r>
            <a:r>
              <a:rPr lang="pt-PT" altLang="pt-PT" sz="2000" b="1" dirty="0" err="1">
                <a:latin typeface="Arial"/>
                <a:cs typeface="Arial"/>
              </a:rPr>
              <a:t>XPath</a:t>
            </a:r>
            <a:r>
              <a:rPr lang="pt-PT" altLang="pt-PT" sz="2000" b="1" dirty="0">
                <a:latin typeface="Arial"/>
                <a:cs typeface="Arial"/>
              </a:rPr>
              <a:t> (Exemplo2)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621791D-CECF-DEE9-4EB1-EBD58D128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08BA70-190F-5E2D-AC72-22FEB24C1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5E55C6-7991-167B-FB19-4FA985406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39080C9-8BC9-3A56-94C2-E5F8B0266A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9C006B3-98DB-2AC8-42BB-02C872A13B0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542243-E915-E6A2-1D16-77CED37F07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5C7F634-A3F9-7947-C1F4-34BE7E61C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DCABEAB-6711-E7C7-5F36-E874460D2F0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BDB20F-E4FC-4376-D2F6-7D5E11434F00}"/>
              </a:ext>
            </a:extLst>
          </p:cNvPr>
          <p:cNvSpPr txBox="1"/>
          <p:nvPr/>
        </p:nvSpPr>
        <p:spPr>
          <a:xfrm>
            <a:off x="6277659" y="3369786"/>
            <a:ext cx="2724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Seleciona diretamente os elementos com parâmetro "EV stock" usando </a:t>
            </a:r>
            <a:r>
              <a:rPr lang="pt-PT" sz="14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3884222-76ED-B43D-6A0A-58EA041B35E5}"/>
              </a:ext>
            </a:extLst>
          </p:cNvPr>
          <p:cNvSpPr txBox="1"/>
          <p:nvPr/>
        </p:nvSpPr>
        <p:spPr>
          <a:xfrm>
            <a:off x="6061268" y="2578257"/>
            <a:ext cx="3603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Lê o ficheiro XML para análise.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1ABE68A-02FB-E7C8-AF4B-F124F31CD071}"/>
              </a:ext>
            </a:extLst>
          </p:cNvPr>
          <p:cNvSpPr txBox="1"/>
          <p:nvPr/>
        </p:nvSpPr>
        <p:spPr>
          <a:xfrm>
            <a:off x="214121" y="1259543"/>
            <a:ext cx="8788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exemplo mostra como aplicar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extrair só os registos do XML cujo parâmetro é "EV stock".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5001B33D-6846-A782-E83B-9D1F1CF6DF04}"/>
              </a:ext>
            </a:extLst>
          </p:cNvPr>
          <p:cNvCxnSpPr>
            <a:cxnSpLocks/>
          </p:cNvCxnSpPr>
          <p:nvPr/>
        </p:nvCxnSpPr>
        <p:spPr>
          <a:xfrm flipH="1" flipV="1">
            <a:off x="5887084" y="4464438"/>
            <a:ext cx="311620" cy="4532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C2FD04E-A89A-7C00-F841-96020898DD01}"/>
              </a:ext>
            </a:extLst>
          </p:cNvPr>
          <p:cNvSpPr txBox="1"/>
          <p:nvPr/>
        </p:nvSpPr>
        <p:spPr>
          <a:xfrm>
            <a:off x="4911127" y="4952721"/>
            <a:ext cx="3784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Cria e guarda um novo ficheiro XML só com esses elementos selecionados.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E9A6C48-7191-B4C8-45B6-A461B28318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2254167"/>
            <a:ext cx="5746749" cy="2462225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5B948D30-B95F-62CA-38A7-408C92BEFEA9}"/>
              </a:ext>
            </a:extLst>
          </p:cNvPr>
          <p:cNvSpPr/>
          <p:nvPr/>
        </p:nvSpPr>
        <p:spPr>
          <a:xfrm>
            <a:off x="375773" y="2457660"/>
            <a:ext cx="3059578" cy="524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D39A312D-52BB-EF1A-1EC4-22DAA9E6707C}"/>
              </a:ext>
            </a:extLst>
          </p:cNvPr>
          <p:cNvCxnSpPr>
            <a:cxnSpLocks/>
          </p:cNvCxnSpPr>
          <p:nvPr/>
        </p:nvCxnSpPr>
        <p:spPr>
          <a:xfrm flipH="1">
            <a:off x="3518450" y="2725215"/>
            <a:ext cx="2482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457D5060-8E64-B133-DC12-72F14F34BF5B}"/>
              </a:ext>
            </a:extLst>
          </p:cNvPr>
          <p:cNvCxnSpPr>
            <a:cxnSpLocks/>
          </p:cNvCxnSpPr>
          <p:nvPr/>
        </p:nvCxnSpPr>
        <p:spPr>
          <a:xfrm flipH="1" flipV="1">
            <a:off x="4291748" y="3209862"/>
            <a:ext cx="1933366" cy="365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FE401668-6D0A-AEF9-978D-3005CE746067}"/>
              </a:ext>
            </a:extLst>
          </p:cNvPr>
          <p:cNvSpPr/>
          <p:nvPr/>
        </p:nvSpPr>
        <p:spPr>
          <a:xfrm>
            <a:off x="375773" y="3632497"/>
            <a:ext cx="5415427" cy="875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BD25E96-9571-CF2C-783E-4BA701D9BE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775" y="5751323"/>
            <a:ext cx="7156450" cy="4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33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C615D-07B3-0E05-2625-89C00504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500B7EA-B014-4EB6-DBA4-29B9437D1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76CED11-EA40-D5DF-B738-30E875C43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E904F10-E7A1-43B5-3A31-EAF70BF46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XML Criado</a:t>
            </a:r>
            <a:endParaRPr lang="pt-PT" altLang="pt-PT" sz="200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29D0676-190A-15DA-7654-879F7C105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4BB3224-EE29-7459-C393-7EBE11BB7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EBFF2A5-E5AE-9FE2-CA3C-561CD0517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B265D32-97A9-BA38-56C8-42BEDEAAEA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10FD901-D115-1C97-C65B-B1849258BDA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222AF7-8772-9BD5-563E-874D0CBFA5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BB013A7-649D-C94A-58E3-E1696377A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93EA13D-FCCC-6430-FFBC-9858FE0D80F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3ACD0F-AB59-168A-5EA0-C181D7DD449C}"/>
              </a:ext>
            </a:extLst>
          </p:cNvPr>
          <p:cNvSpPr txBox="1"/>
          <p:nvPr/>
        </p:nvSpPr>
        <p:spPr>
          <a:xfrm>
            <a:off x="3656014" y="2987512"/>
            <a:ext cx="46323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filtrar por “EV stock", foi utilizado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uma expressão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selecionar apenas os registos do XML cujo elemento &lt;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 tem o valor “EV stock". O resultado é um novo ficheiro XML apenas com os dados desse parâmetro.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F3095D2-C7A0-EBB0-B8BE-922BB619E0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1212498"/>
            <a:ext cx="2855819" cy="51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5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7C0B-4497-42CE-375E-7A77EFB3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B379285-E891-35E9-3770-27FAB1F1F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8F3540B-DB78-5DC6-5718-B0DFE8C9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1BF94E3-735D-C132-65D2-658E81942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Consulta Remota de Dados com </a:t>
            </a:r>
            <a:r>
              <a:rPr lang="pt-PT" altLang="pt-PT" b="1" dirty="0" err="1">
                <a:latin typeface="Arial"/>
                <a:cs typeface="Arial"/>
              </a:rPr>
              <a:t>gRPC</a:t>
            </a:r>
            <a:r>
              <a:rPr lang="pt-PT" altLang="pt-PT" b="1" dirty="0">
                <a:latin typeface="Arial"/>
                <a:cs typeface="Arial"/>
              </a:rPr>
              <a:t> – Ficheiro Proto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275FEC9-D946-D1E8-AA85-4A400BDCB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8A542B-D79D-58C3-3F61-9CD712B5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153D440-CEE0-5FE7-0C8F-07A9A6AA5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5815B86-E5A1-5CC3-C119-4845D63C3B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22BD313-AAFC-4702-F973-C05F7F7A250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6648A3-E8EE-5EED-DE99-4B4A363A3E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72F73363-4F42-7A29-AF53-D1A4585B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ECCAB4F-E9D6-0D83-871B-2E3D9F41E2E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8C1DEAF-98B4-887B-6591-75333DC0FAE5}"/>
              </a:ext>
            </a:extLst>
          </p:cNvPr>
          <p:cNvSpPr txBox="1"/>
          <p:nvPr/>
        </p:nvSpPr>
        <p:spPr>
          <a:xfrm>
            <a:off x="294290" y="1107017"/>
            <a:ext cx="8628061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ficheiro proto define o contrato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entre cliente e servidor. Especifica o serviço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EVSales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o método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GetSalesFiltered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que recebe três parâmetros de filtragem (country,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 devolve registos XML. Estes parâmetros são exemplos para o trabalho, a arquitetura permite consultas por qualquer campo do CSV/XML. O ficheiro é compilado automaticamente para gerar o código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B0DE6B-D597-28CA-C1A8-226B2611B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0011" y="3132426"/>
            <a:ext cx="5703978" cy="297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02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AC48-6485-E3AB-2935-952F9708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97EF5CA-F26F-A374-3D5A-10137798C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09E154F-0EB0-5699-D4C8-5D509BBFB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5362EA2-6F7E-C696-362D-6D2B6990C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Consulta Remota de Dados com </a:t>
            </a:r>
            <a:r>
              <a:rPr lang="pt-PT" altLang="pt-PT" b="1" dirty="0" err="1">
                <a:latin typeface="Arial"/>
                <a:cs typeface="Arial"/>
              </a:rPr>
              <a:t>gRPC</a:t>
            </a:r>
            <a:r>
              <a:rPr lang="pt-PT" altLang="pt-PT" b="1" dirty="0">
                <a:latin typeface="Arial"/>
                <a:cs typeface="Arial"/>
              </a:rPr>
              <a:t> – Servidor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DA6AE8C-E431-B097-7F09-15AD8E4CE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4BA2CE-E1D3-6638-041E-17F86040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91081BA-95A4-4DDA-BEC7-BDEAB3FAA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472A9C9-73BD-209A-F96B-31F0A92C41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07C8948-C872-34F6-8E28-20230674A73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2DD324-F767-5935-15C9-FFC066C67B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DF3D247-86A3-BFD9-FDDB-A6E9F0E45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5F450CB5-810B-BE89-E3CA-230B5D2A317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71C17E7-C078-7222-E3A1-ECE6C93E8E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1732348"/>
            <a:ext cx="5335336" cy="4026238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1E56DD7F-22BC-E677-B87D-7F138742F8FA}"/>
              </a:ext>
            </a:extLst>
          </p:cNvPr>
          <p:cNvSpPr/>
          <p:nvPr/>
        </p:nvSpPr>
        <p:spPr>
          <a:xfrm>
            <a:off x="306388" y="4647879"/>
            <a:ext cx="3202055" cy="838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F9F780-0EDF-949B-35C0-1CEA63DB1F4C}"/>
              </a:ext>
            </a:extLst>
          </p:cNvPr>
          <p:cNvSpPr txBox="1"/>
          <p:nvPr/>
        </p:nvSpPr>
        <p:spPr>
          <a:xfrm>
            <a:off x="5972367" y="4851695"/>
            <a:ext cx="27271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 e arranca o servidor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numa porta, ficando à espera de pedidos dos clientes.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5CEA161B-6CDB-B15F-F0D4-96B3DAB3156F}"/>
              </a:ext>
            </a:extLst>
          </p:cNvPr>
          <p:cNvCxnSpPr>
            <a:cxnSpLocks/>
          </p:cNvCxnSpPr>
          <p:nvPr/>
        </p:nvCxnSpPr>
        <p:spPr>
          <a:xfrm flipH="1" flipV="1">
            <a:off x="3659574" y="5067139"/>
            <a:ext cx="2176076" cy="153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24B8885C-0929-D3B4-4D5A-9140470AE0FD}"/>
              </a:ext>
            </a:extLst>
          </p:cNvPr>
          <p:cNvSpPr/>
          <p:nvPr/>
        </p:nvSpPr>
        <p:spPr>
          <a:xfrm>
            <a:off x="250825" y="1732349"/>
            <a:ext cx="1584325" cy="712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247C3BF0-2E78-B48E-65C7-2045D5C7ED96}"/>
              </a:ext>
            </a:extLst>
          </p:cNvPr>
          <p:cNvCxnSpPr>
            <a:cxnSpLocks/>
          </p:cNvCxnSpPr>
          <p:nvPr/>
        </p:nvCxnSpPr>
        <p:spPr>
          <a:xfrm flipH="1" flipV="1">
            <a:off x="1888365" y="2077678"/>
            <a:ext cx="3697796" cy="76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14FC01-A9B5-7210-5819-96CE2C77DE97}"/>
              </a:ext>
            </a:extLst>
          </p:cNvPr>
          <p:cNvSpPr txBox="1"/>
          <p:nvPr/>
        </p:nvSpPr>
        <p:spPr>
          <a:xfrm>
            <a:off x="5639376" y="1913814"/>
            <a:ext cx="2638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Carregam todas as bibliotecas usadas no servidor.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17ED5D1-0BE9-20C0-75BB-9A5E5887D5F4}"/>
              </a:ext>
            </a:extLst>
          </p:cNvPr>
          <p:cNvSpPr/>
          <p:nvPr/>
        </p:nvSpPr>
        <p:spPr>
          <a:xfrm>
            <a:off x="250825" y="2477711"/>
            <a:ext cx="5140325" cy="2100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E1742AAA-48DB-5D1D-EE93-7A33B1371AB4}"/>
              </a:ext>
            </a:extLst>
          </p:cNvPr>
          <p:cNvCxnSpPr>
            <a:cxnSpLocks/>
          </p:cNvCxnSpPr>
          <p:nvPr/>
        </p:nvCxnSpPr>
        <p:spPr>
          <a:xfrm flipH="1">
            <a:off x="5460374" y="3443030"/>
            <a:ext cx="5975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E2D869A-216F-DE10-19F1-18E91EA76E2F}"/>
              </a:ext>
            </a:extLst>
          </p:cNvPr>
          <p:cNvSpPr txBox="1"/>
          <p:nvPr/>
        </p:nvSpPr>
        <p:spPr>
          <a:xfrm>
            <a:off x="6166042" y="2833749"/>
            <a:ext cx="27271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 o serviço do servidor, recebe o pedido do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lê os parâmetros, valida se o ficheiro XML existe, executa a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retorna apenas os dados filtrados.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136B8A5-FB96-F541-E561-46E5549488AE}"/>
              </a:ext>
            </a:extLst>
          </p:cNvPr>
          <p:cNvSpPr txBox="1"/>
          <p:nvPr/>
        </p:nvSpPr>
        <p:spPr>
          <a:xfrm>
            <a:off x="196851" y="1034459"/>
            <a:ext cx="88439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slide mostra a estrutura do servidor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detalhando como são feitos os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imports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 processamento dos pedidos recebidos, a filtragem dos dados em XML e o arranque do servidor para comunicação remota.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8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2603-0B3A-FB76-AC3B-B0DFC557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3BE89B9-2233-0708-355D-DAB64D114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7816073-13EC-7BB8-2C37-C003D051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1E9479E-9ECB-6095-42EE-6D6881148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Consulta Remota de Dados com </a:t>
            </a:r>
            <a:r>
              <a:rPr lang="pt-PT" altLang="pt-PT" b="1" dirty="0" err="1">
                <a:latin typeface="Arial"/>
                <a:cs typeface="Arial"/>
              </a:rPr>
              <a:t>gRPC</a:t>
            </a:r>
            <a:r>
              <a:rPr lang="pt-PT" altLang="pt-PT" b="1" dirty="0">
                <a:latin typeface="Arial"/>
                <a:cs typeface="Arial"/>
              </a:rPr>
              <a:t> – Cliente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BDEE1F-4A40-6018-62CC-0FB9AA86E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1E77F9-B3DD-72BB-84E3-F8DB43C5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875CFC5-555A-BE93-8B2E-3B8E09F40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F138FF9-EE35-0D3A-F721-33E628B86A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3ACF72A-4080-46DF-719D-5D6A25A9770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DD9C15-E827-AEAE-3B97-C20A492477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27DE98B-A749-4467-CCA5-276558509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2270D21C-7709-8CAC-A302-76744DB8FD3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8CEEF83-7F19-3941-C0F7-6DF1522B51E2}"/>
              </a:ext>
            </a:extLst>
          </p:cNvPr>
          <p:cNvSpPr/>
          <p:nvPr/>
        </p:nvSpPr>
        <p:spPr>
          <a:xfrm>
            <a:off x="306388" y="4647879"/>
            <a:ext cx="3202055" cy="838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34195F0-1804-F626-0272-469BAA0E9533}"/>
              </a:ext>
            </a:extLst>
          </p:cNvPr>
          <p:cNvSpPr/>
          <p:nvPr/>
        </p:nvSpPr>
        <p:spPr>
          <a:xfrm>
            <a:off x="250825" y="1732349"/>
            <a:ext cx="1584325" cy="712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D20EA7-0F6F-9684-E14A-133B5F7CE928}"/>
              </a:ext>
            </a:extLst>
          </p:cNvPr>
          <p:cNvSpPr txBox="1"/>
          <p:nvPr/>
        </p:nvSpPr>
        <p:spPr>
          <a:xfrm>
            <a:off x="4685208" y="1411880"/>
            <a:ext cx="2638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Guarda os resultados da consulta num ficheiro, criando um XML e exporta para a pasta data.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854A982-73B0-D8AF-7176-9413A9705CAB}"/>
              </a:ext>
            </a:extLst>
          </p:cNvPr>
          <p:cNvSpPr txBox="1"/>
          <p:nvPr/>
        </p:nvSpPr>
        <p:spPr>
          <a:xfrm>
            <a:off x="4842003" y="3188697"/>
            <a:ext cx="37368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função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abre o canal </a:t>
            </a:r>
            <a:r>
              <a:rPr lang="pt-PT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recebe os inputs do utilizador (país, ano, modo), valida o ano, envia um pedido para o servidor, recebe uma lista de resultados filtrados em XML e imprime cada um no ecrã, exportando-os também para ficheiro. Se não houver resultados ou ocorrer erro, mostra a mensagem apropriada.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5E8242-C67B-FA85-A653-98B889D136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1121216"/>
            <a:ext cx="3932677" cy="5184784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C033CC10-624B-A391-0BCA-A2B5F42EC748}"/>
              </a:ext>
            </a:extLst>
          </p:cNvPr>
          <p:cNvSpPr/>
          <p:nvPr/>
        </p:nvSpPr>
        <p:spPr>
          <a:xfrm>
            <a:off x="256068" y="1637304"/>
            <a:ext cx="3719032" cy="944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61C734AB-AC94-8A91-9606-8FFAEE3F1D43}"/>
              </a:ext>
            </a:extLst>
          </p:cNvPr>
          <p:cNvCxnSpPr>
            <a:cxnSpLocks/>
          </p:cNvCxnSpPr>
          <p:nvPr/>
        </p:nvCxnSpPr>
        <p:spPr>
          <a:xfrm flipH="1" flipV="1">
            <a:off x="3975100" y="4032549"/>
            <a:ext cx="710108" cy="640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2F896E63-15AF-7E3A-349F-4DD542C3002D}"/>
              </a:ext>
            </a:extLst>
          </p:cNvPr>
          <p:cNvCxnSpPr>
            <a:cxnSpLocks/>
          </p:cNvCxnSpPr>
          <p:nvPr/>
        </p:nvCxnSpPr>
        <p:spPr>
          <a:xfrm flipH="1">
            <a:off x="4129943" y="1868236"/>
            <a:ext cx="555265" cy="158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1641E5BF-2882-2A76-9E51-B244E41DCAEA}"/>
              </a:ext>
            </a:extLst>
          </p:cNvPr>
          <p:cNvSpPr/>
          <p:nvPr/>
        </p:nvSpPr>
        <p:spPr>
          <a:xfrm>
            <a:off x="302481" y="2602918"/>
            <a:ext cx="3577369" cy="3416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013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5F9A-D28A-E9F9-0F8D-DB3AC2DA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3D57146-8467-D87C-6F6B-3A0CC9B39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7A4838E-1585-4283-CB8B-4FD9EFA10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0425451-CF50-3B35-A9F2-09184D58D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Gestão de Dados com </a:t>
            </a:r>
            <a:r>
              <a:rPr lang="pt-PT" altLang="pt-PT" b="1" dirty="0" err="1">
                <a:latin typeface="Arial"/>
                <a:cs typeface="Arial"/>
              </a:rPr>
              <a:t>Postgres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6198079-A807-B1F4-06D9-012839E14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0649F5F-6849-ED77-5167-18A4234D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1CD2DC-10E7-0C14-A279-E521FB10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1F5CEB5-15DC-0D72-1FF6-FE3D61E8AF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A8D20DA-C5B8-7211-097F-E12B633C541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54E25C-5113-DAE4-35F8-C1DEE7CB7A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1088C68D-C6CF-C568-9C61-A43583856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C8C49D50-0C66-C58B-E28D-DF349586294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5D85AD-340E-DF98-160A-9DFCB8524F41}"/>
              </a:ext>
            </a:extLst>
          </p:cNvPr>
          <p:cNvSpPr txBox="1"/>
          <p:nvPr/>
        </p:nvSpPr>
        <p:spPr>
          <a:xfrm>
            <a:off x="196851" y="1069804"/>
            <a:ext cx="8597900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Embora opcional neste desafio, a base de dados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foi implementada antecipando o TP3, onde será essencial para persistência e consultas relacionais complexas. Os dados do CSV foram importados e podem ser geridos via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7FFDF97-5394-0F3B-D1F8-148FC3A74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2343969"/>
            <a:ext cx="5225426" cy="253252"/>
          </a:xfrm>
          <a:prstGeom prst="rect">
            <a:avLst/>
          </a:prstGeom>
        </p:spPr>
      </p:pic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18E38DD2-1F16-B8B8-54D5-E31679EC7C03}"/>
              </a:ext>
            </a:extLst>
          </p:cNvPr>
          <p:cNvCxnSpPr>
            <a:cxnSpLocks/>
          </p:cNvCxnSpPr>
          <p:nvPr/>
        </p:nvCxnSpPr>
        <p:spPr>
          <a:xfrm flipH="1">
            <a:off x="5387243" y="2470595"/>
            <a:ext cx="4992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0B776C6-0CAB-E0A6-2E1E-79341A72728C}"/>
              </a:ext>
            </a:extLst>
          </p:cNvPr>
          <p:cNvSpPr txBox="1"/>
          <p:nvPr/>
        </p:nvSpPr>
        <p:spPr>
          <a:xfrm>
            <a:off x="5875339" y="2216679"/>
            <a:ext cx="31654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350" dirty="0"/>
              <a:t>Espera pela BD garantindo que o </a:t>
            </a:r>
            <a:r>
              <a:rPr lang="pt-PT" sz="1350" dirty="0" err="1"/>
              <a:t>Postgres</a:t>
            </a:r>
            <a:r>
              <a:rPr lang="pt-PT" sz="1350" dirty="0"/>
              <a:t> está pronto antes de importar os dados.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4A8A0C3B-AC0F-BC6F-5E00-1EC2535BBC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725" y="3027730"/>
            <a:ext cx="3410426" cy="266737"/>
          </a:xfrm>
          <a:prstGeom prst="rect">
            <a:avLst/>
          </a:prstGeom>
        </p:spPr>
      </p:pic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B59F2510-0B8E-E55D-8360-4DA22B7066CD}"/>
              </a:ext>
            </a:extLst>
          </p:cNvPr>
          <p:cNvCxnSpPr>
            <a:cxnSpLocks/>
          </p:cNvCxnSpPr>
          <p:nvPr/>
        </p:nvCxnSpPr>
        <p:spPr>
          <a:xfrm flipH="1">
            <a:off x="4495801" y="3161098"/>
            <a:ext cx="4992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74022D6-DD77-AED3-B5FB-E0C2679D8266}"/>
              </a:ext>
            </a:extLst>
          </p:cNvPr>
          <p:cNvSpPr txBox="1"/>
          <p:nvPr/>
        </p:nvSpPr>
        <p:spPr>
          <a:xfrm>
            <a:off x="5071658" y="3027730"/>
            <a:ext cx="316547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350" dirty="0"/>
              <a:t>Leitura do CSV.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AA3F85A8-B8FE-6CF1-C95B-F518C5025D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2229" y="3590848"/>
            <a:ext cx="3042616" cy="2060647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241E5F2A-DB50-5CD9-5E17-0BE68720E80C}"/>
              </a:ext>
            </a:extLst>
          </p:cNvPr>
          <p:cNvSpPr txBox="1"/>
          <p:nvPr/>
        </p:nvSpPr>
        <p:spPr>
          <a:xfrm>
            <a:off x="4929154" y="4387579"/>
            <a:ext cx="316547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350" dirty="0"/>
              <a:t>Criar a tabela de acordo com o CSV.</a:t>
            </a:r>
          </a:p>
        </p:txBody>
      </p: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29F88E69-05B8-62DF-333A-9155273649D9}"/>
              </a:ext>
            </a:extLst>
          </p:cNvPr>
          <p:cNvCxnSpPr>
            <a:cxnSpLocks/>
          </p:cNvCxnSpPr>
          <p:nvPr/>
        </p:nvCxnSpPr>
        <p:spPr>
          <a:xfrm flipH="1">
            <a:off x="4322396" y="4537620"/>
            <a:ext cx="4992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269BE7E-94C8-D251-60C6-F335BA726A2B}"/>
              </a:ext>
            </a:extLst>
          </p:cNvPr>
          <p:cNvSpPr txBox="1"/>
          <p:nvPr/>
        </p:nvSpPr>
        <p:spPr>
          <a:xfrm>
            <a:off x="2542173" y="6106812"/>
            <a:ext cx="413229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350" b="1" i="1" dirty="0"/>
              <a:t>Código completo disponível no ficheiro ZIP entregue</a:t>
            </a:r>
          </a:p>
        </p:txBody>
      </p:sp>
    </p:spTree>
    <p:extLst>
      <p:ext uri="{BB962C8B-B14F-4D97-AF65-F5344CB8AC3E}">
        <p14:creationId xmlns:p14="http://schemas.microsoft.com/office/powerpoint/2010/main" val="2807969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41F1-2631-4B4A-2107-4BDD0CAA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9DEE090-0F18-837E-217B-5FCBC792A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2E880EA-D0D2-39F3-C70E-6F39C94DB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736A7B4-526B-F4BC-E7DD-91C756A63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Utilização do Docker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156A707-D079-BCDC-444B-2E912CD6A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72B641-9D3C-92EE-0118-39775DF3C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58219BA-0037-83EB-3F39-711AE4044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F604F0B-15F0-0AD4-5014-A86EB8D8CD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2CAAB5A-6BD5-E787-A5BE-F0A988CE121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B9FF5D-3DF9-7360-2D70-82A5349A99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CD92A27-E332-A242-4131-2E25F84EA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CDAE5E7E-4DB3-C222-A58C-38764CFE290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C30A60-537A-C16E-1B98-454964FEA872}"/>
              </a:ext>
            </a:extLst>
          </p:cNvPr>
          <p:cNvSpPr txBox="1"/>
          <p:nvPr/>
        </p:nvSpPr>
        <p:spPr>
          <a:xfrm>
            <a:off x="196851" y="1069804"/>
            <a:ext cx="85979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Docker permite criar ambientes isolados e portáveis chamados containers, garantindo que aplicações e serviços correm de forma consistente em qualquer sistema. Neste trabalho, é utilizado para executar o servidor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a interface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gestão da base de dados, importar automaticamente os dados do CSV para a base de dados e correr o servidor </a:t>
            </a:r>
            <a:r>
              <a:rPr lang="pt-PT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 ambiente controlado, evitando problemas de dependências ou caminhos de ficheiros.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CDD429-88ED-0F78-1000-69A5796432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7051" y="4363918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50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B73F-0D85-C825-1087-5530A39E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EAA8292-DD7C-161B-F860-CF6B1C0D7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6CAFF3E-18EF-4ED4-2659-A8344390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3A0F4A1-0147-13DA-66E6-1672D4491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Utilização do Docker - </a:t>
            </a:r>
            <a:r>
              <a:rPr lang="pt-PT" altLang="pt-PT" b="1" dirty="0" err="1">
                <a:latin typeface="Arial"/>
                <a:cs typeface="Arial"/>
              </a:rPr>
              <a:t>Dockerfile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9DC1037-8DDD-1389-E8EA-EA2D9A3A7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606693-76E2-4AFF-6EC5-BA680E66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D9BFC51-0495-F487-3B03-7E9DF31F6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87D807A-76E8-9953-0C12-BC6649B50C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E794B28-FD4F-0EEE-66FE-E42BE41B105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2E7EA8-A84E-87BC-A2EE-3176F936DC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5C59FAE-627E-D1FB-D93C-7AFECA5D4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932336BA-1E47-3766-9CC8-380028763A5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DA40B81-F693-3E59-67DE-A862A7FF53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5" y="3036286"/>
            <a:ext cx="4881426" cy="217980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EE2B7AD-DC11-F34D-F568-3716F909ABF2}"/>
              </a:ext>
            </a:extLst>
          </p:cNvPr>
          <p:cNvSpPr txBox="1"/>
          <p:nvPr/>
        </p:nvSpPr>
        <p:spPr>
          <a:xfrm>
            <a:off x="418533" y="1046935"/>
            <a:ext cx="83069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é um ficheiro de configuração que descreve passo a passo como construir uma imagem Docker. Uma imagem Docker é uma espécie de “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snapshot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” do ambiente necessário para executar uma aplicação, incluindo sistema operativo, bibliotecas e código da aplicação. O objetivo é garantir que a aplicação funcione de forma consistente, independentemente do computador ou sistema operativo onde é executada.</a:t>
            </a:r>
          </a:p>
        </p:txBody>
      </p: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E74BFE5E-C6FF-0ED1-22CD-FFC9CB2DE06C}"/>
              </a:ext>
            </a:extLst>
          </p:cNvPr>
          <p:cNvCxnSpPr>
            <a:cxnSpLocks/>
          </p:cNvCxnSpPr>
          <p:nvPr/>
        </p:nvCxnSpPr>
        <p:spPr>
          <a:xfrm flipH="1" flipV="1">
            <a:off x="3549650" y="5171495"/>
            <a:ext cx="146050" cy="248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76C724B-06E6-783F-224C-0475F542EC1F}"/>
              </a:ext>
            </a:extLst>
          </p:cNvPr>
          <p:cNvSpPr txBox="1"/>
          <p:nvPr/>
        </p:nvSpPr>
        <p:spPr>
          <a:xfrm>
            <a:off x="2189163" y="5398571"/>
            <a:ext cx="3633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Define o comando que será executado quando o container arrancar, ou seja, iniciar o servidor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047E59-672B-51A1-753F-1B28398D1DBF}"/>
              </a:ext>
            </a:extLst>
          </p:cNvPr>
          <p:cNvSpPr txBox="1"/>
          <p:nvPr/>
        </p:nvSpPr>
        <p:spPr>
          <a:xfrm>
            <a:off x="5162096" y="4476930"/>
            <a:ext cx="3633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Indica que o container vai disponibilizar a porta 50051, usada pelo servidor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para comunicações.</a:t>
            </a:r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E2EB7917-6E29-C485-2E68-513B4C6BF128}"/>
              </a:ext>
            </a:extLst>
          </p:cNvPr>
          <p:cNvCxnSpPr>
            <a:cxnSpLocks/>
          </p:cNvCxnSpPr>
          <p:nvPr/>
        </p:nvCxnSpPr>
        <p:spPr>
          <a:xfrm flipH="1" flipV="1">
            <a:off x="1422400" y="4721810"/>
            <a:ext cx="3651250" cy="124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35B2653-274D-2C43-6817-B8962CDDCFEA}"/>
              </a:ext>
            </a:extLst>
          </p:cNvPr>
          <p:cNvSpPr txBox="1"/>
          <p:nvPr/>
        </p:nvSpPr>
        <p:spPr>
          <a:xfrm>
            <a:off x="5334750" y="4026574"/>
            <a:ext cx="3633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Instala as dependências necessárias.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DFBB5005-4A94-B66C-0D19-8B41E0AB8FF6}"/>
              </a:ext>
            </a:extLst>
          </p:cNvPr>
          <p:cNvCxnSpPr>
            <a:cxnSpLocks/>
          </p:cNvCxnSpPr>
          <p:nvPr/>
        </p:nvCxnSpPr>
        <p:spPr>
          <a:xfrm flipH="1">
            <a:off x="4977505" y="4293953"/>
            <a:ext cx="317941" cy="403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40BE0F47-92FD-7F61-C98D-E64F72FC956B}"/>
              </a:ext>
            </a:extLst>
          </p:cNvPr>
          <p:cNvCxnSpPr>
            <a:cxnSpLocks/>
          </p:cNvCxnSpPr>
          <p:nvPr/>
        </p:nvCxnSpPr>
        <p:spPr>
          <a:xfrm flipH="1">
            <a:off x="1295400" y="2856247"/>
            <a:ext cx="260350" cy="1800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68C7D9D-9C1B-4382-C390-DD7FFFD355E1}"/>
              </a:ext>
            </a:extLst>
          </p:cNvPr>
          <p:cNvSpPr txBox="1"/>
          <p:nvPr/>
        </p:nvSpPr>
        <p:spPr>
          <a:xfrm>
            <a:off x="906462" y="2351701"/>
            <a:ext cx="3633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Define a imagem base, ou seja, um ambiente com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3.10 já instalado.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64D3CC7-7764-AE4A-045D-443D58486DCA}"/>
              </a:ext>
            </a:extLst>
          </p:cNvPr>
          <p:cNvSpPr txBox="1"/>
          <p:nvPr/>
        </p:nvSpPr>
        <p:spPr>
          <a:xfrm>
            <a:off x="5248047" y="2512953"/>
            <a:ext cx="3633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Cria e define o diretório de trabalho dentro do container, onde o código da aplicação ficará..</a:t>
            </a:r>
          </a:p>
        </p:txBody>
      </p: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849E3A74-99DB-44E8-D6A5-84665C493500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1504950" y="2882285"/>
            <a:ext cx="3743097" cy="639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C1489B2-A87A-C342-2ADB-1EE82A5C29BB}"/>
              </a:ext>
            </a:extLst>
          </p:cNvPr>
          <p:cNvSpPr txBox="1"/>
          <p:nvPr/>
        </p:nvSpPr>
        <p:spPr>
          <a:xfrm>
            <a:off x="5334750" y="3287910"/>
            <a:ext cx="3633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Copia todos os ficheiros do diretório atual do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para o diretório de trabalho no container.</a:t>
            </a:r>
          </a:p>
        </p:txBody>
      </p: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89DAD691-BA8D-7482-65E0-E22E08075CED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234408" y="3657242"/>
            <a:ext cx="4100342" cy="3025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341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0CCF-CF59-75CC-0387-4B8F73F6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EE825E1-875D-593F-F705-F23CF01DC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BE52C8A-121D-E933-D35A-D860EF44D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20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FB30B0E-DFB9-8417-340C-8B4B6F349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Utilização do Docker – Docker </a:t>
            </a:r>
            <a:r>
              <a:rPr lang="pt-PT" altLang="pt-PT" b="1" dirty="0" err="1">
                <a:latin typeface="Arial"/>
                <a:cs typeface="Arial"/>
              </a:rPr>
              <a:t>Compose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2CD9B81-029E-73C1-2492-57149D054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EE5EDB-9434-29A7-C9AF-B96F815A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C5D3E-13C8-808F-AFD7-3397C7555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A2DDE96-D678-DB28-C5DF-19E2CDAEB8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F580D91-D5AC-F5A3-92F4-FFFA8F7E0A3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FA0BE8-ECB7-7DD6-ADF6-BA38FC4501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B020A744-04C4-62BF-D3E7-6B2A8F16C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12582A9-F66E-C054-B4AC-0179B4102B1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FFFD39-F2EE-783A-4E18-9B2B8D887A8B}"/>
              </a:ext>
            </a:extLst>
          </p:cNvPr>
          <p:cNvSpPr txBox="1"/>
          <p:nvPr/>
        </p:nvSpPr>
        <p:spPr>
          <a:xfrm>
            <a:off x="250826" y="1096389"/>
            <a:ext cx="86310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Docker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é uma ferramenta que permite definir e gerir múltiplos containers Docker como um único serviço. Em vez de executar cada container individualmente,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permite criar, configurar e arrancar todos os serviços necessários para a aplicação com um único ficheiro (Docker-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compose.yml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12B45BE-8A4A-78C9-29F0-AC7C5924B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121" y="2216787"/>
            <a:ext cx="3785784" cy="187810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0080956-32E8-EE8E-84E7-8ECE239D91E4}"/>
              </a:ext>
            </a:extLst>
          </p:cNvPr>
          <p:cNvSpPr txBox="1"/>
          <p:nvPr/>
        </p:nvSpPr>
        <p:spPr>
          <a:xfrm>
            <a:off x="250825" y="4608887"/>
            <a:ext cx="3633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Container que executa a base de dados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Postgres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 Guarda os dados das vendas de veículos elétricos e disponibiliza acesso aos outros serviços.</a:t>
            </a: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8F25957B-9B31-B67A-EB11-2514A0DD1F7E}"/>
              </a:ext>
            </a:extLst>
          </p:cNvPr>
          <p:cNvCxnSpPr>
            <a:cxnSpLocks/>
          </p:cNvCxnSpPr>
          <p:nvPr/>
        </p:nvCxnSpPr>
        <p:spPr>
          <a:xfrm flipV="1">
            <a:off x="1873373" y="4248474"/>
            <a:ext cx="0" cy="336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24EE8673-5E24-F6DB-7DFB-329958EA8C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785" y="3618962"/>
            <a:ext cx="3407098" cy="2755122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678BBF2A-6D0B-D07B-8E0D-761EBED552DB}"/>
              </a:ext>
            </a:extLst>
          </p:cNvPr>
          <p:cNvSpPr txBox="1"/>
          <p:nvPr/>
        </p:nvSpPr>
        <p:spPr>
          <a:xfrm>
            <a:off x="5248047" y="2155590"/>
            <a:ext cx="3633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Container do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para servir os dados do XML. Lê os dados filtrados e disponibiliza-os para clientes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externos..</a:t>
            </a:r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F313B1B-1A26-2894-690D-FF4D4D97069A}"/>
              </a:ext>
            </a:extLst>
          </p:cNvPr>
          <p:cNvCxnSpPr>
            <a:cxnSpLocks/>
          </p:cNvCxnSpPr>
          <p:nvPr/>
        </p:nvCxnSpPr>
        <p:spPr>
          <a:xfrm>
            <a:off x="6985123" y="3091104"/>
            <a:ext cx="0" cy="2615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9847AA9-5933-28FC-9EDD-4DEAAE144B7A}"/>
              </a:ext>
            </a:extLst>
          </p:cNvPr>
          <p:cNvSpPr txBox="1"/>
          <p:nvPr/>
        </p:nvSpPr>
        <p:spPr>
          <a:xfrm>
            <a:off x="511104" y="5783646"/>
            <a:ext cx="4979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i="1" dirty="0"/>
              <a:t>Apenas os containers DB (</a:t>
            </a:r>
            <a:r>
              <a:rPr lang="pt-PT" sz="1200" b="1" i="1" dirty="0" err="1"/>
              <a:t>Postgres</a:t>
            </a:r>
            <a:r>
              <a:rPr lang="pt-PT" sz="1200" b="1" i="1" dirty="0"/>
              <a:t>) e </a:t>
            </a:r>
            <a:r>
              <a:rPr lang="pt-PT" sz="1200" b="1" i="1" dirty="0" err="1"/>
              <a:t>gRPC</a:t>
            </a:r>
            <a:r>
              <a:rPr lang="pt-PT" sz="1200" b="1" i="1" dirty="0"/>
              <a:t> Server. Existem mais 2 containers no </a:t>
            </a:r>
            <a:r>
              <a:rPr lang="pt-PT" sz="1200" b="1" i="1" dirty="0" err="1"/>
              <a:t>docker-compose.yml</a:t>
            </a:r>
            <a:r>
              <a:rPr lang="pt-PT" sz="1200" b="1" i="1" dirty="0"/>
              <a:t>: </a:t>
            </a:r>
            <a:r>
              <a:rPr lang="pt-PT" sz="1200" b="1" i="1" dirty="0" err="1"/>
              <a:t>pgAdmin</a:t>
            </a:r>
            <a:r>
              <a:rPr lang="pt-PT" sz="1200" b="1" i="1" dirty="0"/>
              <a:t> e CSV </a:t>
            </a:r>
            <a:r>
              <a:rPr lang="pt-PT" sz="1200" b="1" i="1" dirty="0" err="1"/>
              <a:t>Loader.Estes</a:t>
            </a:r>
            <a:r>
              <a:rPr lang="pt-PT" sz="1200" b="1" i="1" dirty="0"/>
              <a:t> estão disponíveis para consulta no código fornecido no ZIP.</a:t>
            </a:r>
          </a:p>
        </p:txBody>
      </p:sp>
    </p:spTree>
    <p:extLst>
      <p:ext uri="{BB962C8B-B14F-4D97-AF65-F5344CB8AC3E}">
        <p14:creationId xmlns:p14="http://schemas.microsoft.com/office/powerpoint/2010/main" val="283396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4A3B-EB5B-617B-65F2-95F3C061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0C7D20D-581A-B15A-77E6-8A21B4797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78DE70E-DA70-2137-3D46-A032380B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21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9C8A45A-BC00-EB37-93CE-9861A39CF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Entrar na Base de Dados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80F4F45-8819-D687-B20D-7D2D1AF29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E30DD3-1CBD-544E-2F1B-CF4702BD9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A13AF97-FE29-6BDA-360C-B0AC99C80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A27C3A9-A3E3-D45C-62DF-6E65A20FFB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DAE2732-D408-0AD2-3A58-ECC13AC5B65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1BFC89-C98A-6B29-755B-454EF54305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EF290F3-C047-2556-2CFC-F55A52272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B32C067-1FA3-860F-BE11-A61C1367E55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8FC7D3F-2594-942D-CC6F-03743B63DEA4}"/>
              </a:ext>
            </a:extLst>
          </p:cNvPr>
          <p:cNvSpPr txBox="1"/>
          <p:nvPr/>
        </p:nvSpPr>
        <p:spPr>
          <a:xfrm>
            <a:off x="250826" y="1096389"/>
            <a:ext cx="8631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Para explorar e gerir a base de dados criada pelo Docker, utilizamos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uma interface web que facilita a administração do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está disponível no navegador através do endereço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http://localhost:8080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(definido no Docker-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27AC1251-1339-AE29-57F3-17CAC6DD5CB8}"/>
              </a:ext>
            </a:extLst>
          </p:cNvPr>
          <p:cNvCxnSpPr>
            <a:cxnSpLocks/>
          </p:cNvCxnSpPr>
          <p:nvPr/>
        </p:nvCxnSpPr>
        <p:spPr>
          <a:xfrm flipV="1">
            <a:off x="1873373" y="4248474"/>
            <a:ext cx="0" cy="336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186F5262-4850-C830-092E-FC58C08D66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8747" y="2013494"/>
            <a:ext cx="5935166" cy="3028398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F862CA73-8764-84F8-5A36-9D6500E9A543}"/>
              </a:ext>
            </a:extLst>
          </p:cNvPr>
          <p:cNvSpPr txBox="1"/>
          <p:nvPr/>
        </p:nvSpPr>
        <p:spPr>
          <a:xfrm>
            <a:off x="2791427" y="5207455"/>
            <a:ext cx="3633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Para aceder, faz-se login com o email e password definidos no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docker-compose.yml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719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2ED8-58B3-5AA0-DC29-13892708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AEF97F9-FF63-21EE-49C9-3A6EFCD1B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31BA841-7B44-1640-71A8-9E78E4E13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22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B4A65BF-B033-FAB1-8730-B8AB9BBE0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Entrar na Base de Dados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D4B42E8-1F7C-D5C4-F143-35D3E1312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FE0258-19F6-7918-EEB5-A009CBAB5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3C0739A-4B40-8E67-5B76-6F30C0911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B496413-6AB9-88D4-EA0A-8A325EF079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CCA64F2-4827-3030-A7B5-5800DF86A51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2CB050-FF67-2BF0-746E-5B4B08699E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9A6BDA98-FD20-39DE-5BEC-CF2D44EA6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F7966AF1-93F5-C357-331E-1017272715C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6556E93-E7D3-8DB5-2985-A8C8BFDC298F}"/>
              </a:ext>
            </a:extLst>
          </p:cNvPr>
          <p:cNvSpPr txBox="1"/>
          <p:nvPr/>
        </p:nvSpPr>
        <p:spPr>
          <a:xfrm>
            <a:off x="440835" y="4021707"/>
            <a:ext cx="424437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Depois, é necessário adicionar um novo servidor com os dados indicados no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docker-compose.yml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Com isso, é possível visualizar a tabela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ev_sales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, consultar os dados importados do CSV, executar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SQL e validar a informação antes de a utilizar nos serviços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A4617F8-BA99-9F2B-040E-B825D90D43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1170723"/>
            <a:ext cx="5229549" cy="2020087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956EB65-D633-D399-CD8F-8AD3DFA633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1409" y="3404210"/>
            <a:ext cx="3524474" cy="2755173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7B5F8A00-FEC4-40FE-14CF-1EEC1A19A468}"/>
              </a:ext>
            </a:extLst>
          </p:cNvPr>
          <p:cNvSpPr/>
          <p:nvPr/>
        </p:nvSpPr>
        <p:spPr>
          <a:xfrm>
            <a:off x="630718" y="2086892"/>
            <a:ext cx="1566382" cy="435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1738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04F3-2153-F97E-61FA-4169AF36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1980241-FCD2-11C1-58B7-B30B81DA2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439FFAB-3DDF-FC24-D0ED-F4CB772B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23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5EDCF00-AB9C-2237-758D-E5A3EB8DC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Execução - localmente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527DC88-B79D-8986-2AAA-4480BB5EA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6810EF-30F1-C2B1-8A9C-590717BCE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F2D402A-1F20-AFF2-ABE3-EA60FE7B5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066BF38-F404-CA07-FCCE-D507494C35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0639936-98FB-2246-9553-610563A8B7F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697B9C-8E23-A466-560D-5167E79A2F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4CAE575B-92AB-6EC6-7768-B5905926E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967E382-379E-461E-DC7B-A79B6F081A5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3C7310-E93D-5171-C667-A66C14075DB1}"/>
              </a:ext>
            </a:extLst>
          </p:cNvPr>
          <p:cNvSpPr txBox="1"/>
          <p:nvPr/>
        </p:nvSpPr>
        <p:spPr>
          <a:xfrm>
            <a:off x="250825" y="1157635"/>
            <a:ext cx="8709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sistema pode ser executado localmente, sem Docker, diretamente no ambiente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do computador.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C9229D-9DFA-916B-FAE3-9B8D678F4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3" y="1918289"/>
            <a:ext cx="8959850" cy="40788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7B40B9B-F76A-7128-16F4-E734491E03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25" y="2906562"/>
            <a:ext cx="5689600" cy="34671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78794705-2D0F-F0DB-8DF5-40EA03C3896B}"/>
              </a:ext>
            </a:extLst>
          </p:cNvPr>
          <p:cNvSpPr txBox="1"/>
          <p:nvPr/>
        </p:nvSpPr>
        <p:spPr>
          <a:xfrm>
            <a:off x="2278363" y="2323137"/>
            <a:ext cx="5341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Corremos o servidor e este fica à espera de pedidos.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6D7B787-4D12-B0F8-E20C-AA626052C4C5}"/>
              </a:ext>
            </a:extLst>
          </p:cNvPr>
          <p:cNvSpPr txBox="1"/>
          <p:nvPr/>
        </p:nvSpPr>
        <p:spPr>
          <a:xfrm>
            <a:off x="5892050" y="3891875"/>
            <a:ext cx="29797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Corremos o cliente e fazemos uma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filtrando por país, ano e modo. No terminal é possível ver o resultado da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mostrando a quantidade de records e a informação sobre cada.</a:t>
            </a:r>
          </a:p>
        </p:txBody>
      </p:sp>
    </p:spTree>
    <p:extLst>
      <p:ext uri="{BB962C8B-B14F-4D97-AF65-F5344CB8AC3E}">
        <p14:creationId xmlns:p14="http://schemas.microsoft.com/office/powerpoint/2010/main" val="1275788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932A-CF9D-8A9C-26DE-782243F5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F9CBD78-305C-B4EB-AFF6-56235E128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500FF9D-6053-934D-CBF3-156B4D381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24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8D5DFED-BFC5-13B5-5F10-BA9195A9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Execução - localmente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5406D97-51E6-4185-CA95-E8943DC9D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8068FA-DA3E-EE20-AE5B-2851736D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0E0537-D758-66DB-B242-F70C9C437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B3DD3BF-0B50-01FD-3862-A39E8B61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6D9A801-B9D6-1108-F253-AF12BF51819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F0E3C7-DEA7-5DD5-6393-5A6D6D2CBC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2FB81BFD-A0D6-ECD2-992A-B48571B7D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C420476-BA19-77FE-1834-0D05C4AED19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FFCCDE5-EBEB-28EC-A570-F45E8CDB5655}"/>
              </a:ext>
            </a:extLst>
          </p:cNvPr>
          <p:cNvSpPr txBox="1"/>
          <p:nvPr/>
        </p:nvSpPr>
        <p:spPr>
          <a:xfrm>
            <a:off x="4774450" y="3167390"/>
            <a:ext cx="297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É então criado um novo XML com o resultado da consulta do Cliente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CDBF1C-29D7-594E-5952-F7606282C5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166" y="1271627"/>
            <a:ext cx="3179824" cy="50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05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4000-AE5A-8D03-766B-69C1081C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782EFEE-FD39-2017-900F-4F69365B9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611FF56-6EBA-F7FF-800C-C978C165E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25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DC4E435-E1F3-5D1A-B6B9-9FDEB1007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altLang="pt-PT" sz="2000" b="1" dirty="0">
                <a:latin typeface="Arial"/>
                <a:cs typeface="Arial"/>
              </a:rPr>
              <a:t> </a:t>
            </a:r>
            <a:r>
              <a:rPr lang="pt-PT" altLang="pt-PT" b="1" dirty="0">
                <a:latin typeface="Arial"/>
                <a:cs typeface="Arial"/>
              </a:rPr>
              <a:t>Execução – com Docker</a:t>
            </a:r>
            <a:endParaRPr lang="pt-PT" altLang="pt-PT" sz="1950" b="1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FC8F7A6-45AB-305D-75FC-8ED6FF6F6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7A7EF6-B15B-858B-8640-446B613C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BC35498-5FE8-E53C-29F4-1FF52B9CE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D3EA974-0E29-C718-BB6B-50170893E2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EE7C154-ADF3-6D02-AA3F-BEDF7D53D5A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BDB2DF-CD78-EBBF-313D-1DCFC2AD8D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98AC7DF7-49D1-15BA-C744-888CF154B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46F879B-2D03-61E0-AF8F-29FEE6D116B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CD8A5A-8F25-B252-29FE-BDA3666C1115}"/>
              </a:ext>
            </a:extLst>
          </p:cNvPr>
          <p:cNvSpPr txBox="1"/>
          <p:nvPr/>
        </p:nvSpPr>
        <p:spPr>
          <a:xfrm>
            <a:off x="497681" y="1069804"/>
            <a:ext cx="8204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Docker Desktop permite gerir e executar containers de forma visual e simples, sem necessidade de usar apenas a linha de comando.</a:t>
            </a:r>
          </a:p>
        </p:txBody>
      </p:sp>
      <p:pic>
        <p:nvPicPr>
          <p:cNvPr id="12" name="Imagem 11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373A775E-0E99-1B96-7E56-545426F44E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650" y="1678766"/>
            <a:ext cx="5896563" cy="265722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F818D3-4C91-1D0C-12B8-7E81C6AB8A30}"/>
              </a:ext>
            </a:extLst>
          </p:cNvPr>
          <p:cNvSpPr txBox="1"/>
          <p:nvPr/>
        </p:nvSpPr>
        <p:spPr>
          <a:xfrm>
            <a:off x="2093913" y="4440570"/>
            <a:ext cx="46323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Iniciamos o servidor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no Docker Desktop iniciando os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conteiners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 Em seguida repetimos o processo como se fosse localmente e será criado também o XML com a consulta.</a:t>
            </a:r>
          </a:p>
        </p:txBody>
      </p:sp>
    </p:spTree>
    <p:extLst>
      <p:ext uri="{BB962C8B-B14F-4D97-AF65-F5344CB8AC3E}">
        <p14:creationId xmlns:p14="http://schemas.microsoft.com/office/powerpoint/2010/main" val="477020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D3FC-9B32-213C-48E5-1DD3CC09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F0CEB95-2019-BEF0-D1A7-A9D02884A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D935D07-0CF3-2B9C-D155-915C8DC06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26</a:t>
            </a:fld>
            <a:r>
              <a:rPr lang="pt-PT" sz="100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3723725-1FA5-2EDD-108B-FD662C005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altLang="pt-PT" sz="2000" b="1">
              <a:latin typeface="Arial" panose="020B0604020202020204" pitchFamily="34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D1DA301-3177-03B3-BAAC-7C777E983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E69C13-08C9-0910-86BC-EBA8F7AC3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6EEB0F6-32CE-6849-5EE0-C610957F2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429552B-E81B-5B95-ED3C-D6AEE7F4EA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0D623C7-4C11-2E19-E3EE-CD580103F6D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0E42DB-3051-3BD8-8239-07299FD597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1737845-FB41-65D7-9A55-BEE8831A5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CC11ACF-BCCE-966A-4369-DE24D4CC056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82E042-F1AB-4341-01E3-07971C8051ED}"/>
              </a:ext>
            </a:extLst>
          </p:cNvPr>
          <p:cNvSpPr txBox="1"/>
          <p:nvPr/>
        </p:nvSpPr>
        <p:spPr>
          <a:xfrm>
            <a:off x="148698" y="1250001"/>
            <a:ext cx="8846604" cy="30013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PT" sz="1600" dirty="0">
                <a:latin typeface="Arial"/>
                <a:cs typeface="Arial"/>
              </a:rPr>
              <a:t>Em conclusão, este trabalho permitiu explorar todo o ciclo de dados de vendas de veículos elétricos, integrando CSV, XML e </a:t>
            </a:r>
            <a:r>
              <a:rPr lang="pt-PT" sz="1600" dirty="0" err="1">
                <a:latin typeface="Arial"/>
                <a:cs typeface="Arial"/>
              </a:rPr>
              <a:t>gRPC</a:t>
            </a:r>
            <a:r>
              <a:rPr lang="pt-PT" sz="1600" dirty="0">
                <a:latin typeface="Arial"/>
                <a:cs typeface="Arial"/>
              </a:rPr>
              <a:t>. A conversão do CSV para XML e a criação do ficheiro XSD permitiram validar a estrutura e os tipos de dados, enquanto o uso de </a:t>
            </a:r>
            <a:r>
              <a:rPr lang="pt-PT" sz="1600" dirty="0" err="1">
                <a:latin typeface="Arial"/>
                <a:cs typeface="Arial"/>
              </a:rPr>
              <a:t>XPath</a:t>
            </a:r>
            <a:r>
              <a:rPr lang="pt-PT" sz="1600" dirty="0">
                <a:latin typeface="Arial"/>
                <a:cs typeface="Arial"/>
              </a:rPr>
              <a:t> em </a:t>
            </a:r>
            <a:r>
              <a:rPr lang="pt-PT" sz="1600" dirty="0" err="1">
                <a:latin typeface="Arial"/>
                <a:cs typeface="Arial"/>
              </a:rPr>
              <a:t>Python</a:t>
            </a:r>
            <a:r>
              <a:rPr lang="pt-PT" sz="1600" dirty="0">
                <a:latin typeface="Arial"/>
                <a:cs typeface="Arial"/>
              </a:rPr>
              <a:t> possibilitou a filtragem eficiente de registos específicos. A integração com Docker e a utilização de containers isolados para a base de dados, servidor </a:t>
            </a:r>
            <a:r>
              <a:rPr lang="pt-PT" sz="1600" dirty="0" err="1">
                <a:latin typeface="Arial"/>
                <a:cs typeface="Arial"/>
              </a:rPr>
              <a:t>gRPC</a:t>
            </a:r>
            <a:r>
              <a:rPr lang="pt-PT" sz="1600" dirty="0">
                <a:latin typeface="Arial"/>
                <a:cs typeface="Arial"/>
              </a:rPr>
              <a:t> e </a:t>
            </a:r>
            <a:r>
              <a:rPr lang="pt-PT" sz="1600" dirty="0" err="1">
                <a:latin typeface="Arial"/>
                <a:cs typeface="Arial"/>
              </a:rPr>
              <a:t>pgAdmin</a:t>
            </a:r>
            <a:r>
              <a:rPr lang="pt-PT" sz="1600" dirty="0">
                <a:latin typeface="Arial"/>
                <a:cs typeface="Arial"/>
              </a:rPr>
              <a:t> demonstraram uma forma prática e portátil de gerir e testar todo o ambiente. Embora o foco tenha sido a filtragem com </a:t>
            </a:r>
            <a:r>
              <a:rPr lang="pt-PT" sz="1600" dirty="0" err="1">
                <a:latin typeface="Arial"/>
                <a:cs typeface="Arial"/>
              </a:rPr>
              <a:t>XPath</a:t>
            </a:r>
            <a:r>
              <a:rPr lang="pt-PT" sz="1600" dirty="0">
                <a:latin typeface="Arial"/>
                <a:cs typeface="Arial"/>
              </a:rPr>
              <a:t>, tecnologias como </a:t>
            </a:r>
            <a:r>
              <a:rPr lang="pt-PT" sz="1600" dirty="0" err="1">
                <a:latin typeface="Arial"/>
                <a:cs typeface="Arial"/>
              </a:rPr>
              <a:t>XQuery</a:t>
            </a:r>
            <a:r>
              <a:rPr lang="pt-PT" sz="1600" dirty="0">
                <a:latin typeface="Arial"/>
                <a:cs typeface="Arial"/>
              </a:rPr>
              <a:t> e XSLT poderiam complementar o projeto para consultas mais complexas e transformação de dados em formatos distintos.</a:t>
            </a:r>
          </a:p>
        </p:txBody>
      </p:sp>
    </p:spTree>
    <p:extLst>
      <p:ext uri="{BB962C8B-B14F-4D97-AF65-F5344CB8AC3E}">
        <p14:creationId xmlns:p14="http://schemas.microsoft.com/office/powerpoint/2010/main" val="333977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err="1">
                <a:latin typeface="Arial"/>
                <a:cs typeface="Arial"/>
              </a:rPr>
              <a:t>Bibliografia</a:t>
            </a:r>
            <a:r>
              <a:rPr lang="en-US" sz="2000" b="1">
                <a:latin typeface="Arial"/>
                <a:cs typeface="Arial"/>
              </a:rPr>
              <a:t> e </a:t>
            </a:r>
            <a:r>
              <a:rPr lang="en-US" sz="2000" b="1" err="1">
                <a:latin typeface="Arial"/>
                <a:cs typeface="Arial"/>
              </a:rPr>
              <a:t>Referências</a:t>
            </a:r>
            <a:r>
              <a:rPr lang="en-US" sz="2000" b="1">
                <a:latin typeface="Arial"/>
                <a:cs typeface="Arial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96389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C000"/>
                </a:solidFill>
                <a:latin typeface="Arial"/>
                <a:ea typeface="Calibri"/>
                <a:cs typeface="Arial"/>
              </a:rPr>
              <a:t>■ </a:t>
            </a:r>
            <a:r>
              <a:rPr lang="pt-PT" sz="1600" b="1" dirty="0" err="1">
                <a:latin typeface="Arial"/>
                <a:cs typeface="Arial"/>
              </a:rPr>
              <a:t>Kaggle</a:t>
            </a:r>
            <a:r>
              <a:rPr lang="pt-PT" sz="1600" b="1" dirty="0">
                <a:latin typeface="Arial"/>
                <a:cs typeface="Arial"/>
              </a:rPr>
              <a:t> - </a:t>
            </a:r>
            <a:r>
              <a:rPr lang="pt-PT" sz="1600" b="1" dirty="0" err="1">
                <a:latin typeface="Arial"/>
                <a:cs typeface="Arial"/>
              </a:rPr>
              <a:t>Dataset</a:t>
            </a:r>
            <a:br>
              <a:rPr lang="pt-PT" sz="1600" dirty="0">
                <a:latin typeface="Arial"/>
              </a:rPr>
            </a:br>
            <a:r>
              <a:rPr lang="pt-PT" sz="1600" dirty="0">
                <a:latin typeface="Arial"/>
                <a:cs typeface="Arial"/>
                <a:hlinkClick r:id="rId3"/>
              </a:rPr>
              <a:t>https://www.kaggle.com/datasets/willianoliveiragibin/ev-sales-2010-2024</a:t>
            </a:r>
            <a:endParaRPr lang="pt-PT" sz="16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C000"/>
                </a:solidFill>
                <a:latin typeface="Arial"/>
                <a:ea typeface="Calibri"/>
                <a:cs typeface="Arial"/>
              </a:rPr>
              <a:t>■ </a:t>
            </a:r>
            <a:r>
              <a:rPr lang="pt-PT" sz="1600" b="1" dirty="0" err="1">
                <a:latin typeface="Arial"/>
                <a:cs typeface="Arial"/>
              </a:rPr>
              <a:t>OpenAI</a:t>
            </a:r>
            <a:r>
              <a:rPr lang="pt-PT" sz="1600" b="1" dirty="0">
                <a:latin typeface="Arial"/>
                <a:cs typeface="Arial"/>
              </a:rPr>
              <a:t> – </a:t>
            </a:r>
            <a:r>
              <a:rPr lang="pt-PT" sz="1600" b="1" dirty="0" err="1">
                <a:latin typeface="Arial"/>
                <a:cs typeface="Arial"/>
              </a:rPr>
              <a:t>ChatGPT</a:t>
            </a:r>
            <a:br>
              <a:rPr lang="pt-PT" sz="1600" dirty="0">
                <a:latin typeface="Arial"/>
              </a:rPr>
            </a:br>
            <a:r>
              <a:rPr lang="pt-PT" sz="1600" dirty="0">
                <a:latin typeface="Arial"/>
                <a:cs typeface="Arial"/>
                <a:hlinkClick r:id="rId4"/>
              </a:rPr>
              <a:t>https://chat.openai.com</a:t>
            </a:r>
            <a:endParaRPr lang="pt-PT" sz="16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C000"/>
                </a:solidFill>
                <a:latin typeface="Arial"/>
                <a:ea typeface="Calibri"/>
                <a:cs typeface="Arial"/>
              </a:rPr>
              <a:t>■ </a:t>
            </a:r>
            <a:r>
              <a:rPr lang="pt-PT" sz="1600" b="1" dirty="0">
                <a:latin typeface="Arial"/>
                <a:cs typeface="Arial"/>
              </a:rPr>
              <a:t>Docker - Tutorial</a:t>
            </a:r>
            <a:br>
              <a:rPr lang="pt-PT" sz="1600" dirty="0">
                <a:latin typeface="Arial"/>
              </a:rPr>
            </a:br>
            <a:r>
              <a:rPr lang="pt-PT" sz="1600" dirty="0">
                <a:latin typeface="Arial"/>
                <a:cs typeface="Arial"/>
                <a:hlinkClick r:id="rId5"/>
              </a:rPr>
              <a:t>https://youtu.be/DQdB7wFEygo?si=Pt1KKqp-egdXbuzk</a:t>
            </a:r>
            <a:endParaRPr lang="pt-PT" sz="16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br>
              <a:rPr lang="pt-PT" sz="1600" dirty="0">
                <a:latin typeface="Arial"/>
              </a:rPr>
            </a:br>
            <a:endParaRPr lang="en-US" sz="16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err="1">
                <a:highlight>
                  <a:srgbClr val="FFFF00"/>
                </a:highlight>
              </a:rPr>
              <a:t>Degree</a:t>
            </a:r>
            <a:r>
              <a:rPr lang="pt-PT" sz="1100" b="1" cap="all">
                <a:highlight>
                  <a:srgbClr val="FFFF00"/>
                </a:highlight>
              </a:rPr>
              <a:t> IN </a:t>
            </a:r>
            <a:r>
              <a:rPr lang="pt-PT" sz="1100" b="1" cap="all" err="1">
                <a:highlight>
                  <a:srgbClr val="FFFF00"/>
                </a:highlight>
              </a:rPr>
              <a:t>Informatics</a:t>
            </a:r>
            <a:r>
              <a:rPr lang="pt-PT" sz="1100" b="1" cap="all">
                <a:highlight>
                  <a:srgbClr val="FFFF00"/>
                </a:highlight>
              </a:rPr>
              <a:t> </a:t>
            </a:r>
            <a:r>
              <a:rPr lang="pt-PT" sz="1100" b="1" cap="all" err="1">
                <a:highlight>
                  <a:srgbClr val="FFFF00"/>
                </a:highlight>
              </a:rPr>
              <a:t>engineering</a:t>
            </a:r>
            <a:endParaRPr lang="pt-PT" sz="110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/>
              <a:t>- </a:t>
            </a:r>
            <a:fld id="{1234D2FF-8FB9-47A1-B8C9-42A5F500BA2F}" type="slidenum">
              <a:rPr lang="pt-PT" sz="1000"/>
              <a:pPr algn="ctr"/>
              <a:t>27</a:t>
            </a:fld>
            <a:r>
              <a:rPr lang="pt-PT" sz="100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Text Box 21">
            <a:extLst>
              <a:ext uri="{FF2B5EF4-FFF2-40B4-BE49-F238E27FC236}">
                <a16:creationId xmlns:a16="http://schemas.microsoft.com/office/drawing/2014/main" id="{0FE64D14-15F5-E2D3-7D07-6701B5E42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1" y="44450"/>
            <a:ext cx="66062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2 - 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       - Exploração de Dados com XML,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gRPC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Docker e Base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1842873C-EE79-BC11-9846-A91A719163F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Tomás Silva, Simão Ferreira|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2 - B</a:t>
            </a: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AF32F73C1F643A08A5CE463220349" ma:contentTypeVersion="10" ma:contentTypeDescription="Create a new document." ma:contentTypeScope="" ma:versionID="bd4bd1aa90295bf767b05105e3a939a0">
  <xsd:schema xmlns:xsd="http://www.w3.org/2001/XMLSchema" xmlns:xs="http://www.w3.org/2001/XMLSchema" xmlns:p="http://schemas.microsoft.com/office/2006/metadata/properties" xmlns:ns3="a1598567-01a3-4035-8122-0b8ac70a8aec" targetNamespace="http://schemas.microsoft.com/office/2006/metadata/properties" ma:root="true" ma:fieldsID="32aa5c9cf0eabeead33945e26d3009d4" ns3:_="">
    <xsd:import namespace="a1598567-01a3-4035-8122-0b8ac70a8a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98567-01a3-4035-8122-0b8ac70a8a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598567-01a3-4035-8122-0b8ac70a8a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F95161-10E1-4F7A-8663-5E01CB8C162E}">
  <ds:schemaRefs>
    <ds:schemaRef ds:uri="a1598567-01a3-4035-8122-0b8ac70a8a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6F161B-5FB1-4216-A2E5-6F36688C04D0}">
  <ds:schemaRefs>
    <ds:schemaRef ds:uri="a1598567-01a3-4035-8122-0b8ac70a8a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563AA94-9DBE-412C-A96F-A06C9B902F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DesafioAulaTP</Template>
  <TotalTime>555</TotalTime>
  <Words>3631</Words>
  <Application>Microsoft Office PowerPoint</Application>
  <PresentationFormat>Apresentação no Ecrã (4:3)</PresentationFormat>
  <Paragraphs>276</Paragraphs>
  <Slides>28</Slides>
  <Notes>26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28</vt:i4>
      </vt:variant>
    </vt:vector>
  </HeadingPairs>
  <TitlesOfParts>
    <vt:vector size="32" baseType="lpstr">
      <vt:lpstr>Arial</vt:lpstr>
      <vt:lpstr>Calibri</vt:lpstr>
      <vt:lpstr>fkGroteskNeue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Tomàs Silva</dc:creator>
  <cp:lastModifiedBy>Tomàs Silva</cp:lastModifiedBy>
  <cp:revision>2</cp:revision>
  <cp:lastPrinted>2020-09-27T18:04:57Z</cp:lastPrinted>
  <dcterms:created xsi:type="dcterms:W3CDTF">2025-11-05T13:28:21Z</dcterms:created>
  <dcterms:modified xsi:type="dcterms:W3CDTF">2025-11-18T22:51:01Z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0x010100731AF32F73C1F643A08A5CE463220349</vt:lpwstr>
  </property>
</Properties>
</file>